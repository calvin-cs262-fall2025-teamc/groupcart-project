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9" r:id="rId5"/>
    <p:sldMasterId id="214748374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embeddedFontLst>
    <p:embeddedFont>
      <p:font typeface="Lexend SemiBold"/>
      <p:regular r:id="rId20"/>
      <p:bold r:id="rId21"/>
    </p:embeddedFont>
    <p:embeddedFont>
      <p:font typeface="Lexend Light"/>
      <p:regular r:id="rId22"/>
      <p:bold r:id="rId23"/>
    </p:embeddedFont>
    <p:embeddedFont>
      <p:font typeface="Inter Tight Medium"/>
      <p:regular r:id="rId24"/>
      <p:bold r:id="rId25"/>
      <p:italic r:id="rId26"/>
      <p:boldItalic r:id="rId27"/>
    </p:embeddedFont>
    <p:embeddedFont>
      <p:font typeface="Lexend"/>
      <p:regular r:id="rId28"/>
      <p:bold r:id="rId29"/>
    </p:embeddedFont>
    <p:embeddedFont>
      <p:font typeface="Lexend ExtraLight"/>
      <p:regular r:id="rId30"/>
      <p:bold r:id="rId31"/>
    </p:embeddedFont>
    <p:embeddedFont>
      <p:font typeface="Inter Tight"/>
      <p:regular r:id="rId32"/>
      <p:bold r:id="rId33"/>
      <p:italic r:id="rId34"/>
      <p:boldItalic r:id="rId35"/>
    </p:embeddedFont>
    <p:embeddedFont>
      <p:font typeface="Inter Tight SemiBold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Nicholas Roberts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LexendExtraLight-bold.fntdata"/><Relationship Id="rId30" Type="http://schemas.openxmlformats.org/officeDocument/2006/relationships/font" Target="fonts/LexendExtraLight-regular.fntdata"/><Relationship Id="rId33" Type="http://schemas.openxmlformats.org/officeDocument/2006/relationships/font" Target="fonts/InterTight-bold.fntdata"/><Relationship Id="rId32" Type="http://schemas.openxmlformats.org/officeDocument/2006/relationships/font" Target="fonts/InterTight-regular.fntdata"/><Relationship Id="rId35" Type="http://schemas.openxmlformats.org/officeDocument/2006/relationships/font" Target="fonts/InterTight-boldItalic.fntdata"/><Relationship Id="rId34" Type="http://schemas.openxmlformats.org/officeDocument/2006/relationships/font" Target="fonts/InterTight-italic.fntdata"/><Relationship Id="rId37" Type="http://schemas.openxmlformats.org/officeDocument/2006/relationships/font" Target="fonts/InterTightSemiBold-bold.fntdata"/><Relationship Id="rId36" Type="http://schemas.openxmlformats.org/officeDocument/2006/relationships/font" Target="fonts/InterTightSemiBold-regular.fntdata"/><Relationship Id="rId39" Type="http://schemas.openxmlformats.org/officeDocument/2006/relationships/font" Target="fonts/InterTightSemiBold-boldItalic.fntdata"/><Relationship Id="rId38" Type="http://schemas.openxmlformats.org/officeDocument/2006/relationships/font" Target="fonts/InterTightSemiBold-italic.fntdata"/><Relationship Id="rId20" Type="http://schemas.openxmlformats.org/officeDocument/2006/relationships/font" Target="fonts/LexendSemiBold-regular.fntdata"/><Relationship Id="rId22" Type="http://schemas.openxmlformats.org/officeDocument/2006/relationships/font" Target="fonts/LexendLight-regular.fntdata"/><Relationship Id="rId21" Type="http://schemas.openxmlformats.org/officeDocument/2006/relationships/font" Target="fonts/LexendSemiBold-bold.fntdata"/><Relationship Id="rId24" Type="http://schemas.openxmlformats.org/officeDocument/2006/relationships/font" Target="fonts/InterTightMedium-regular.fntdata"/><Relationship Id="rId23" Type="http://schemas.openxmlformats.org/officeDocument/2006/relationships/font" Target="fonts/LexendLight-bold.fntdata"/><Relationship Id="rId26" Type="http://schemas.openxmlformats.org/officeDocument/2006/relationships/font" Target="fonts/InterTightMedium-italic.fntdata"/><Relationship Id="rId25" Type="http://schemas.openxmlformats.org/officeDocument/2006/relationships/font" Target="fonts/InterTightMedium-bold.fntdata"/><Relationship Id="rId28" Type="http://schemas.openxmlformats.org/officeDocument/2006/relationships/font" Target="fonts/Lexend-regular.fntdata"/><Relationship Id="rId27" Type="http://schemas.openxmlformats.org/officeDocument/2006/relationships/font" Target="fonts/InterTightMedium-boldItalic.fntdata"/><Relationship Id="rId29" Type="http://schemas.openxmlformats.org/officeDocument/2006/relationships/font" Target="fonts/Lexend-bold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11-12T18:51:28.932">
    <p:pos x="6000" y="0"/>
    <p:text>"Anything you can show me within a demo and not within a bulleted list is a win"
"I don't need to see the bulleted list next to the model, just show the demo" - quotes from class</p:text>
  </p:cm>
  <p:cm authorId="0" idx="2" dt="2025-11-12T18:51:48.344">
    <p:pos x="6000" y="100"/>
    <p:text>Vander Linden Desperately asks that we don't read through User stories haha ( I see this is a hidden slide so that is good :) )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99376ef056_0_6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399376ef056_0_6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99376ef056_0_7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399376ef056_0_7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our </a:t>
            </a:r>
            <a:r>
              <a:rPr lang="en"/>
              <a:t>vision</a:t>
            </a:r>
            <a:r>
              <a:rPr lang="en"/>
              <a:t> </a:t>
            </a:r>
            <a:r>
              <a:rPr lang="en"/>
              <a:t>statement, talk about what the app is about and how different it is compared to apps that are similar.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9938b2581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39938b2581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Information Systems Design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Backend: Azure-hosted REST API service with dummy endpoints.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Database: SQL schema in progress (foundation complete).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Technology stack: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Frontend: React Native and Expo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Backend: TypeScript / Express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Hosting: Azure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Tools: GitHub, Trello, Clockify, Figma, Slack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99376ef056_0_7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399376ef056_0_7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Nick can demo?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99376ef056_0_7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399376ef056_0_7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Possible users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99376ef056_0_7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399376ef056_0_7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slide talks about the user stories in general</a:t>
            </a:r>
            <a:br>
              <a:rPr lang="en"/>
            </a:br>
            <a:br>
              <a:rPr lang="en"/>
            </a:br>
            <a:r>
              <a:rPr lang="en"/>
              <a:t>Future </a:t>
            </a:r>
            <a:r>
              <a:rPr lang="en"/>
              <a:t>plan includes: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 Invite or join groups and manage user profiles.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Login and authentication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Edits list within a group cart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a2b4747f0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3a2b4747f0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99376ef056_0_7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399376ef056_0_7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a2b4747f0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3a2b4747f0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Interface Design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Designed mockups for: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Login / Create Account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List (add/remove/prioritize items)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Cart view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Profile (editable, personalized color &amp; letter avatars)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Favors/Transaction (owed/owing)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Accessible color choices (exclamation marks for priority).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399376ef056_0_7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" name="Google Shape;717;g399376ef056_0_7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slide talks about the </a:t>
            </a:r>
            <a:r>
              <a:rPr lang="en"/>
              <a:t>information</a:t>
            </a:r>
            <a:r>
              <a:rPr lang="en"/>
              <a:t> system design and what was used and so on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99376ef056_0_7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399376ef056_0_7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99376ef056_0_7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399376ef056_0_7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" name="Google Shape;54;p1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" name="Google Shape;55;p1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" name="Google Shape;56;p1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8" name="Google Shape;58;p1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2" name="Google Shape;62;p1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2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0" name="Google Shape;70;p1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7" name="Google Shape;77;p16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8" name="Google Shape;78;p16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9" name="Google Shape;79;p16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7" name="Google Shape;87;p1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" name="Google Shape;88;p1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" name="Google Shape;89;p1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0" name="Google Shape;90;p1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" name="Google Shape;97;p1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1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3" name="Google Shape;103;p1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2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9" name="Google Shape;109;p2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4" name="Google Shape;114;p2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5" name="Google Shape;115;p2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2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duct Roadmap" type="title">
  <p:cSld name="TITLE">
    <p:bg>
      <p:bgPr>
        <a:solidFill>
          <a:schemeClr val="accent3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idx="12" type="sldNum"/>
          </p:nvPr>
        </p:nvSpPr>
        <p:spPr>
          <a:xfrm>
            <a:off x="8359800" y="4851000"/>
            <a:ext cx="261300" cy="2925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 rtl="0" algn="ctr">
              <a:buNone/>
              <a:defRPr/>
            </a:lvl1pPr>
            <a:lvl2pPr lvl="1" rtl="0" algn="ctr">
              <a:buNone/>
              <a:defRPr/>
            </a:lvl2pPr>
            <a:lvl3pPr lvl="2" rtl="0" algn="ctr">
              <a:buNone/>
              <a:defRPr/>
            </a:lvl3pPr>
            <a:lvl4pPr lvl="3" rtl="0" algn="ctr">
              <a:buNone/>
              <a:defRPr/>
            </a:lvl4pPr>
            <a:lvl5pPr lvl="4" rtl="0" algn="ctr">
              <a:buNone/>
              <a:defRPr/>
            </a:lvl5pPr>
            <a:lvl6pPr lvl="5" rtl="0" algn="ctr">
              <a:buNone/>
              <a:defRPr/>
            </a:lvl6pPr>
            <a:lvl7pPr lvl="6" rtl="0" algn="ctr">
              <a:buNone/>
              <a:defRPr/>
            </a:lvl7pPr>
            <a:lvl8pPr lvl="7" rtl="0" algn="ctr">
              <a:buNone/>
              <a:defRPr/>
            </a:lvl8pPr>
            <a:lvl9pPr lvl="8" rtl="0" algn="ctr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" name="Google Shape;133;p23"/>
          <p:cNvSpPr txBox="1"/>
          <p:nvPr>
            <p:ph type="title"/>
          </p:nvPr>
        </p:nvSpPr>
        <p:spPr>
          <a:xfrm>
            <a:off x="303700" y="355500"/>
            <a:ext cx="8421600" cy="11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" name="Google Shape;134;p23"/>
          <p:cNvSpPr txBox="1"/>
          <p:nvPr>
            <p:ph idx="1" type="subTitle"/>
          </p:nvPr>
        </p:nvSpPr>
        <p:spPr>
          <a:xfrm>
            <a:off x="333400" y="2378453"/>
            <a:ext cx="3359100" cy="9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23"/>
          <p:cNvSpPr txBox="1"/>
          <p:nvPr>
            <p:ph idx="2" type="body"/>
          </p:nvPr>
        </p:nvSpPr>
        <p:spPr>
          <a:xfrm>
            <a:off x="341375" y="4655800"/>
            <a:ext cx="2088300" cy="2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36" name="Google Shape;136;p23"/>
          <p:cNvSpPr txBox="1"/>
          <p:nvPr>
            <p:ph idx="3" type="sldNum"/>
          </p:nvPr>
        </p:nvSpPr>
        <p:spPr>
          <a:xfrm>
            <a:off x="8359800" y="4851000"/>
            <a:ext cx="261300" cy="292500"/>
          </a:xfrm>
          <a:prstGeom prst="rect">
            <a:avLst/>
          </a:prstGeom>
          <a:noFill/>
        </p:spPr>
        <p:txBody>
          <a:bodyPr anchorCtr="0" anchor="ctr" bIns="91425" lIns="0" spcFirstLastPara="1" rIns="0" wrap="square" tIns="0">
            <a:noAutofit/>
          </a:bodyPr>
          <a:lstStyle>
            <a:lvl1pPr lvl="0" rtl="0" algn="ctr">
              <a:buNone/>
              <a:defRPr>
                <a:solidFill>
                  <a:schemeClr val="accent3"/>
                </a:solidFill>
              </a:defRPr>
            </a:lvl1pPr>
            <a:lvl2pPr lvl="1" rtl="0" algn="ctr">
              <a:buNone/>
              <a:defRPr>
                <a:solidFill>
                  <a:schemeClr val="accent3"/>
                </a:solidFill>
              </a:defRPr>
            </a:lvl2pPr>
            <a:lvl3pPr lvl="2" rtl="0" algn="ctr">
              <a:buNone/>
              <a:defRPr>
                <a:solidFill>
                  <a:schemeClr val="accent3"/>
                </a:solidFill>
              </a:defRPr>
            </a:lvl3pPr>
            <a:lvl4pPr lvl="3" rtl="0" algn="ctr">
              <a:buNone/>
              <a:defRPr>
                <a:solidFill>
                  <a:schemeClr val="accent3"/>
                </a:solidFill>
              </a:defRPr>
            </a:lvl4pPr>
            <a:lvl5pPr lvl="4" rtl="0" algn="ctr">
              <a:buNone/>
              <a:defRPr>
                <a:solidFill>
                  <a:schemeClr val="accent3"/>
                </a:solidFill>
              </a:defRPr>
            </a:lvl5pPr>
            <a:lvl6pPr lvl="5" rtl="0" algn="ctr">
              <a:buNone/>
              <a:defRPr>
                <a:solidFill>
                  <a:schemeClr val="accent3"/>
                </a:solidFill>
              </a:defRPr>
            </a:lvl6pPr>
            <a:lvl7pPr lvl="6" rtl="0" algn="ctr">
              <a:buNone/>
              <a:defRPr>
                <a:solidFill>
                  <a:schemeClr val="accent3"/>
                </a:solidFill>
              </a:defRPr>
            </a:lvl7pPr>
            <a:lvl8pPr lvl="7" rtl="0" algn="ctr">
              <a:buNone/>
              <a:defRPr>
                <a:solidFill>
                  <a:schemeClr val="accent3"/>
                </a:solidFill>
              </a:defRPr>
            </a:lvl8pPr>
            <a:lvl9pPr lvl="8" rtl="0" algn="ctr">
              <a:buNone/>
              <a:defRPr>
                <a:solidFill>
                  <a:schemeClr val="accent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3"/>
          <p:cNvSpPr txBox="1"/>
          <p:nvPr>
            <p:ph idx="4" type="body"/>
          </p:nvPr>
        </p:nvSpPr>
        <p:spPr>
          <a:xfrm>
            <a:off x="2652248" y="4655800"/>
            <a:ext cx="1940700" cy="2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cxnSp>
        <p:nvCxnSpPr>
          <p:cNvPr id="138" name="Google Shape;138;p23"/>
          <p:cNvCxnSpPr/>
          <p:nvPr/>
        </p:nvCxnSpPr>
        <p:spPr>
          <a:xfrm>
            <a:off x="-3150" y="4448151"/>
            <a:ext cx="52323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39" name="Google Shape;139;p23"/>
          <p:cNvSpPr/>
          <p:nvPr>
            <p:ph idx="5" type="pic"/>
          </p:nvPr>
        </p:nvSpPr>
        <p:spPr>
          <a:xfrm>
            <a:off x="5229150" y="2509975"/>
            <a:ext cx="3914400" cy="263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837">
          <p15:clr>
            <a:srgbClr val="E46962"/>
          </p15:clr>
        </p15:guide>
        <p15:guide id="2" orient="horz" pos="1369">
          <p15:clr>
            <a:srgbClr val="E46962"/>
          </p15:clr>
        </p15:guide>
        <p15:guide id="3" orient="horz" pos="1581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/ Content" type="blank">
  <p:cSld name="BLANK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674916" y="289225"/>
            <a:ext cx="6598800" cy="10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26">
    <p:bg>
      <p:bgPr>
        <a:solidFill>
          <a:schemeClr val="lt2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title"/>
          </p:nvPr>
        </p:nvSpPr>
        <p:spPr>
          <a:xfrm>
            <a:off x="104400" y="3069000"/>
            <a:ext cx="7865400" cy="207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Lexend"/>
              <a:buNone/>
              <a:defRPr sz="8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4" name="Google Shape;144;p25"/>
          <p:cNvSpPr/>
          <p:nvPr>
            <p:ph idx="2" type="pic"/>
          </p:nvPr>
        </p:nvSpPr>
        <p:spPr>
          <a:xfrm>
            <a:off x="248250" y="256400"/>
            <a:ext cx="8647500" cy="2463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3115">
          <p15:clr>
            <a:srgbClr val="E46962"/>
          </p15:clr>
        </p15:guide>
        <p15:guide id="2" orient="horz" pos="3077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25_1">
    <p:bg>
      <p:bgPr>
        <a:solidFill>
          <a:schemeClr val="accent4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type="title"/>
          </p:nvPr>
        </p:nvSpPr>
        <p:spPr>
          <a:xfrm>
            <a:off x="104400" y="150125"/>
            <a:ext cx="7883400" cy="20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Lexend"/>
              <a:buNone/>
              <a:defRPr sz="8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7" name="Google Shape;147;p26"/>
          <p:cNvSpPr/>
          <p:nvPr>
            <p:ph idx="2" type="pic"/>
          </p:nvPr>
        </p:nvSpPr>
        <p:spPr>
          <a:xfrm>
            <a:off x="248250" y="2425338"/>
            <a:ext cx="8647500" cy="2463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+ Phone mockup">
  <p:cSld name="CUSTOM_26_1">
    <p:bg>
      <p:bgPr>
        <a:solidFill>
          <a:schemeClr val="accent4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/>
          <p:nvPr/>
        </p:nvSpPr>
        <p:spPr>
          <a:xfrm rot="-5400000">
            <a:off x="5014800" y="1016575"/>
            <a:ext cx="5145600" cy="3112800"/>
          </a:xfrm>
          <a:prstGeom prst="round2SameRect">
            <a:avLst>
              <a:gd fmla="val 0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7"/>
          <p:cNvSpPr/>
          <p:nvPr>
            <p:ph idx="2" type="pic"/>
          </p:nvPr>
        </p:nvSpPr>
        <p:spPr>
          <a:xfrm>
            <a:off x="6819050" y="857921"/>
            <a:ext cx="1598400" cy="3413100"/>
          </a:xfrm>
          <a:prstGeom prst="roundRect">
            <a:avLst>
              <a:gd fmla="val 11038" name="adj"/>
            </a:avLst>
          </a:prstGeom>
          <a:noFill/>
          <a:ln>
            <a:noFill/>
          </a:ln>
        </p:spPr>
      </p:sp>
      <p:sp>
        <p:nvSpPr>
          <p:cNvPr id="151" name="Google Shape;151;p27"/>
          <p:cNvSpPr txBox="1"/>
          <p:nvPr>
            <p:ph idx="1" type="body"/>
          </p:nvPr>
        </p:nvSpPr>
        <p:spPr>
          <a:xfrm>
            <a:off x="687900" y="292725"/>
            <a:ext cx="42150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52" name="Google Shape;152;p27"/>
          <p:cNvSpPr txBox="1"/>
          <p:nvPr>
            <p:ph type="title"/>
          </p:nvPr>
        </p:nvSpPr>
        <p:spPr>
          <a:xfrm>
            <a:off x="661575" y="424275"/>
            <a:ext cx="42414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3" name="Google Shape;153;p27"/>
          <p:cNvSpPr txBox="1"/>
          <p:nvPr>
            <p:ph idx="3" type="body"/>
          </p:nvPr>
        </p:nvSpPr>
        <p:spPr>
          <a:xfrm>
            <a:off x="661575" y="2514875"/>
            <a:ext cx="4300200" cy="21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●"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●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●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+ Phone mockup 1">
  <p:cSld name="CUSTOM_28">
    <p:bg>
      <p:bgPr>
        <a:solidFill>
          <a:schemeClr val="accent3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/>
          <p:nvPr/>
        </p:nvSpPr>
        <p:spPr>
          <a:xfrm rot="-5400000">
            <a:off x="5014800" y="1016575"/>
            <a:ext cx="5145600" cy="3112800"/>
          </a:xfrm>
          <a:prstGeom prst="round2SameRect">
            <a:avLst>
              <a:gd fmla="val 0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8"/>
          <p:cNvSpPr txBox="1"/>
          <p:nvPr>
            <p:ph idx="1" type="body"/>
          </p:nvPr>
        </p:nvSpPr>
        <p:spPr>
          <a:xfrm>
            <a:off x="661575" y="2514875"/>
            <a:ext cx="4300200" cy="21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●"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●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●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7" name="Google Shape;157;p28"/>
          <p:cNvSpPr txBox="1"/>
          <p:nvPr>
            <p:ph idx="2" type="body"/>
          </p:nvPr>
        </p:nvSpPr>
        <p:spPr>
          <a:xfrm>
            <a:off x="687900" y="292725"/>
            <a:ext cx="42150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58" name="Google Shape;158;p28"/>
          <p:cNvSpPr txBox="1"/>
          <p:nvPr>
            <p:ph type="title"/>
          </p:nvPr>
        </p:nvSpPr>
        <p:spPr>
          <a:xfrm>
            <a:off x="661575" y="424275"/>
            <a:ext cx="42414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9" name="Google Shape;159;p28"/>
          <p:cNvSpPr/>
          <p:nvPr>
            <p:ph idx="3" type="pic"/>
          </p:nvPr>
        </p:nvSpPr>
        <p:spPr>
          <a:xfrm>
            <a:off x="6819050" y="857921"/>
            <a:ext cx="1598400" cy="3413100"/>
          </a:xfrm>
          <a:prstGeom prst="roundRect">
            <a:avLst>
              <a:gd fmla="val 11038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+ Phone and Ipad mockup">
  <p:cSld name="CUSTOM_27">
    <p:bg>
      <p:bgPr>
        <a:solidFill>
          <a:schemeClr val="accent4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/>
          <p:nvPr>
            <p:ph idx="2" type="pic"/>
          </p:nvPr>
        </p:nvSpPr>
        <p:spPr>
          <a:xfrm>
            <a:off x="869088" y="1528242"/>
            <a:ext cx="1536600" cy="3262500"/>
          </a:xfrm>
          <a:prstGeom prst="roundRect">
            <a:avLst>
              <a:gd fmla="val 11038" name="adj"/>
            </a:avLst>
          </a:prstGeom>
          <a:noFill/>
          <a:ln>
            <a:noFill/>
          </a:ln>
        </p:spPr>
      </p:sp>
      <p:sp>
        <p:nvSpPr>
          <p:cNvPr id="162" name="Google Shape;162;p29"/>
          <p:cNvSpPr/>
          <p:nvPr>
            <p:ph idx="3" type="pic"/>
          </p:nvPr>
        </p:nvSpPr>
        <p:spPr>
          <a:xfrm>
            <a:off x="3913204" y="1528242"/>
            <a:ext cx="4587000" cy="3262500"/>
          </a:xfrm>
          <a:prstGeom prst="roundRect">
            <a:avLst>
              <a:gd fmla="val 4639" name="adj"/>
            </a:avLst>
          </a:prstGeom>
          <a:noFill/>
          <a:ln>
            <a:noFill/>
          </a:ln>
        </p:spPr>
      </p:sp>
      <p:sp>
        <p:nvSpPr>
          <p:cNvPr id="163" name="Google Shape;163;p29"/>
          <p:cNvSpPr txBox="1"/>
          <p:nvPr>
            <p:ph idx="1" type="body"/>
          </p:nvPr>
        </p:nvSpPr>
        <p:spPr>
          <a:xfrm>
            <a:off x="4574425" y="271875"/>
            <a:ext cx="3908700" cy="60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64" name="Google Shape;164;p29"/>
          <p:cNvSpPr txBox="1"/>
          <p:nvPr>
            <p:ph idx="4" type="body"/>
          </p:nvPr>
        </p:nvSpPr>
        <p:spPr>
          <a:xfrm>
            <a:off x="687900" y="292725"/>
            <a:ext cx="34125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65" name="Google Shape;165;p29"/>
          <p:cNvSpPr txBox="1"/>
          <p:nvPr>
            <p:ph type="title"/>
          </p:nvPr>
        </p:nvSpPr>
        <p:spPr>
          <a:xfrm>
            <a:off x="661575" y="424275"/>
            <a:ext cx="34389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 1">
  <p:cSld name="CUSTOM_1_1">
    <p:bg>
      <p:bgPr>
        <a:solidFill>
          <a:schemeClr val="accent3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/>
          <p:nvPr>
            <p:ph idx="1" type="body"/>
          </p:nvPr>
        </p:nvSpPr>
        <p:spPr>
          <a:xfrm>
            <a:off x="887306" y="2097422"/>
            <a:ext cx="2922000" cy="2152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168" name="Google Shape;168;p30"/>
          <p:cNvSpPr txBox="1"/>
          <p:nvPr>
            <p:ph idx="2" type="subTitle"/>
          </p:nvPr>
        </p:nvSpPr>
        <p:spPr>
          <a:xfrm>
            <a:off x="904390" y="1077175"/>
            <a:ext cx="29283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30"/>
          <p:cNvSpPr txBox="1"/>
          <p:nvPr>
            <p:ph idx="3" type="body"/>
          </p:nvPr>
        </p:nvSpPr>
        <p:spPr>
          <a:xfrm>
            <a:off x="904890" y="901275"/>
            <a:ext cx="2927700" cy="1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/ Company Overview">
  <p:cSld name="CUSTOM_2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72" name="Google Shape;172;p31"/>
          <p:cNvSpPr txBox="1"/>
          <p:nvPr>
            <p:ph type="title"/>
          </p:nvPr>
        </p:nvSpPr>
        <p:spPr>
          <a:xfrm>
            <a:off x="661574" y="424278"/>
            <a:ext cx="51513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1"/>
          <p:cNvSpPr/>
          <p:nvPr>
            <p:ph idx="2" type="pic"/>
          </p:nvPr>
        </p:nvSpPr>
        <p:spPr>
          <a:xfrm>
            <a:off x="1566125" y="1676025"/>
            <a:ext cx="1307100" cy="19644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1"/>
          <p:cNvSpPr/>
          <p:nvPr>
            <p:ph idx="3" type="pic"/>
          </p:nvPr>
        </p:nvSpPr>
        <p:spPr>
          <a:xfrm>
            <a:off x="3395300" y="809450"/>
            <a:ext cx="1307100" cy="19644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1"/>
          <p:cNvSpPr/>
          <p:nvPr>
            <p:ph idx="4" type="pic"/>
          </p:nvPr>
        </p:nvSpPr>
        <p:spPr>
          <a:xfrm>
            <a:off x="5225075" y="1667413"/>
            <a:ext cx="1307100" cy="1964400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31"/>
          <p:cNvSpPr/>
          <p:nvPr>
            <p:ph idx="5" type="pic"/>
          </p:nvPr>
        </p:nvSpPr>
        <p:spPr>
          <a:xfrm>
            <a:off x="7053150" y="794238"/>
            <a:ext cx="1307100" cy="1964400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31"/>
          <p:cNvSpPr/>
          <p:nvPr>
            <p:ph idx="6" type="pic"/>
          </p:nvPr>
        </p:nvSpPr>
        <p:spPr>
          <a:xfrm>
            <a:off x="2610832" y="3971450"/>
            <a:ext cx="314700" cy="3147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31"/>
          <p:cNvSpPr/>
          <p:nvPr>
            <p:ph idx="7" type="pic"/>
          </p:nvPr>
        </p:nvSpPr>
        <p:spPr>
          <a:xfrm>
            <a:off x="4435557" y="3089450"/>
            <a:ext cx="314700" cy="3147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31"/>
          <p:cNvSpPr/>
          <p:nvPr>
            <p:ph idx="8" type="pic"/>
          </p:nvPr>
        </p:nvSpPr>
        <p:spPr>
          <a:xfrm>
            <a:off x="6267632" y="3957713"/>
            <a:ext cx="314700" cy="3147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31"/>
          <p:cNvSpPr/>
          <p:nvPr>
            <p:ph idx="9" type="pic"/>
          </p:nvPr>
        </p:nvSpPr>
        <p:spPr>
          <a:xfrm>
            <a:off x="8095257" y="3103050"/>
            <a:ext cx="314700" cy="314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sion + 1 Image">
  <p:cSld name="CUSTOM_3">
    <p:bg>
      <p:bgPr>
        <a:solidFill>
          <a:schemeClr val="lt2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/>
          <p:nvPr>
            <p:ph idx="1" type="body"/>
          </p:nvPr>
        </p:nvSpPr>
        <p:spPr>
          <a:xfrm>
            <a:off x="687900" y="292725"/>
            <a:ext cx="42150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83" name="Google Shape;183;p32"/>
          <p:cNvSpPr txBox="1"/>
          <p:nvPr>
            <p:ph type="title"/>
          </p:nvPr>
        </p:nvSpPr>
        <p:spPr>
          <a:xfrm>
            <a:off x="661575" y="424275"/>
            <a:ext cx="42414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4" name="Google Shape;184;p32"/>
          <p:cNvSpPr/>
          <p:nvPr>
            <p:ph idx="2" type="pic"/>
          </p:nvPr>
        </p:nvSpPr>
        <p:spPr>
          <a:xfrm>
            <a:off x="5543049" y="659425"/>
            <a:ext cx="2883000" cy="3846600"/>
          </a:xfrm>
          <a:prstGeom prst="rect">
            <a:avLst/>
          </a:prstGeom>
          <a:noFill/>
          <a:ln>
            <a:noFill/>
          </a:ln>
        </p:spPr>
      </p:sp>
      <p:sp>
        <p:nvSpPr>
          <p:cNvPr id="185" name="Google Shape;185;p32"/>
          <p:cNvSpPr txBox="1"/>
          <p:nvPr>
            <p:ph idx="3" type="body"/>
          </p:nvPr>
        </p:nvSpPr>
        <p:spPr>
          <a:xfrm>
            <a:off x="709950" y="2234700"/>
            <a:ext cx="3732600" cy="175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●"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●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●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88" name="Google Shape;188;p33"/>
          <p:cNvSpPr txBox="1"/>
          <p:nvPr>
            <p:ph type="title"/>
          </p:nvPr>
        </p:nvSpPr>
        <p:spPr>
          <a:xfrm>
            <a:off x="661575" y="424275"/>
            <a:ext cx="26622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33"/>
          <p:cNvSpPr txBox="1"/>
          <p:nvPr>
            <p:ph idx="2" type="body"/>
          </p:nvPr>
        </p:nvSpPr>
        <p:spPr>
          <a:xfrm>
            <a:off x="4102775" y="3593450"/>
            <a:ext cx="44649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190" name="Google Shape;190;p33"/>
          <p:cNvSpPr txBox="1"/>
          <p:nvPr>
            <p:ph idx="3" type="body"/>
          </p:nvPr>
        </p:nvSpPr>
        <p:spPr>
          <a:xfrm>
            <a:off x="4102775" y="2858576"/>
            <a:ext cx="44649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191" name="Google Shape;191;p33"/>
          <p:cNvSpPr txBox="1"/>
          <p:nvPr>
            <p:ph idx="4" type="body"/>
          </p:nvPr>
        </p:nvSpPr>
        <p:spPr>
          <a:xfrm>
            <a:off x="4102775" y="2135618"/>
            <a:ext cx="44649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192" name="Google Shape;192;p33"/>
          <p:cNvSpPr txBox="1"/>
          <p:nvPr>
            <p:ph idx="5" type="body"/>
          </p:nvPr>
        </p:nvSpPr>
        <p:spPr>
          <a:xfrm>
            <a:off x="4102775" y="1406300"/>
            <a:ext cx="44649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193" name="Google Shape;193;p33"/>
          <p:cNvSpPr/>
          <p:nvPr>
            <p:ph idx="6" type="pic"/>
          </p:nvPr>
        </p:nvSpPr>
        <p:spPr>
          <a:xfrm>
            <a:off x="3444503" y="1501476"/>
            <a:ext cx="378600" cy="37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4" name="Google Shape;194;p33"/>
          <p:cNvSpPr/>
          <p:nvPr>
            <p:ph idx="7" type="pic"/>
          </p:nvPr>
        </p:nvSpPr>
        <p:spPr>
          <a:xfrm>
            <a:off x="3444503" y="2225251"/>
            <a:ext cx="378600" cy="37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5" name="Google Shape;195;p33"/>
          <p:cNvSpPr/>
          <p:nvPr>
            <p:ph idx="8" type="pic"/>
          </p:nvPr>
        </p:nvSpPr>
        <p:spPr>
          <a:xfrm>
            <a:off x="3444503" y="2946251"/>
            <a:ext cx="378600" cy="37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6" name="Google Shape;196;p33"/>
          <p:cNvSpPr/>
          <p:nvPr>
            <p:ph idx="9" type="pic"/>
          </p:nvPr>
        </p:nvSpPr>
        <p:spPr>
          <a:xfrm>
            <a:off x="3444503" y="3667251"/>
            <a:ext cx="378600" cy="37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antt Chart">
  <p:cSld name="CUSTOM_6">
    <p:bg>
      <p:bgPr>
        <a:solidFill>
          <a:schemeClr val="lt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4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99" name="Google Shape;199;p34"/>
          <p:cNvSpPr txBox="1"/>
          <p:nvPr>
            <p:ph idx="2" type="subTitle"/>
          </p:nvPr>
        </p:nvSpPr>
        <p:spPr>
          <a:xfrm>
            <a:off x="689050" y="531800"/>
            <a:ext cx="16071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7">
    <p:bg>
      <p:bgPr>
        <a:solidFill>
          <a:schemeClr val="accent4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5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02" name="Google Shape;202;p35"/>
          <p:cNvSpPr txBox="1"/>
          <p:nvPr>
            <p:ph idx="2" type="subTitle"/>
          </p:nvPr>
        </p:nvSpPr>
        <p:spPr>
          <a:xfrm>
            <a:off x="689050" y="531808"/>
            <a:ext cx="32331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3" name="Google Shape;203;p35"/>
          <p:cNvSpPr/>
          <p:nvPr>
            <p:ph idx="3" type="pic"/>
          </p:nvPr>
        </p:nvSpPr>
        <p:spPr>
          <a:xfrm>
            <a:off x="863700" y="1479225"/>
            <a:ext cx="738900" cy="7389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35"/>
          <p:cNvSpPr txBox="1"/>
          <p:nvPr>
            <p:ph idx="4" type="body"/>
          </p:nvPr>
        </p:nvSpPr>
        <p:spPr>
          <a:xfrm>
            <a:off x="1774150" y="1561925"/>
            <a:ext cx="2430600" cy="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05" name="Google Shape;205;p35"/>
          <p:cNvSpPr txBox="1"/>
          <p:nvPr>
            <p:ph idx="5" type="subTitle"/>
          </p:nvPr>
        </p:nvSpPr>
        <p:spPr>
          <a:xfrm>
            <a:off x="1774950" y="1364175"/>
            <a:ext cx="24306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6" name="Google Shape;206;p35"/>
          <p:cNvSpPr/>
          <p:nvPr>
            <p:ph idx="6" type="pic"/>
          </p:nvPr>
        </p:nvSpPr>
        <p:spPr>
          <a:xfrm>
            <a:off x="5120475" y="1479225"/>
            <a:ext cx="738900" cy="738900"/>
          </a:xfrm>
          <a:prstGeom prst="rect">
            <a:avLst/>
          </a:prstGeom>
          <a:noFill/>
          <a:ln>
            <a:noFill/>
          </a:ln>
        </p:spPr>
      </p:sp>
      <p:sp>
        <p:nvSpPr>
          <p:cNvPr id="207" name="Google Shape;207;p35"/>
          <p:cNvSpPr txBox="1"/>
          <p:nvPr>
            <p:ph idx="7" type="body"/>
          </p:nvPr>
        </p:nvSpPr>
        <p:spPr>
          <a:xfrm>
            <a:off x="6030925" y="1561925"/>
            <a:ext cx="2430600" cy="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08" name="Google Shape;208;p35"/>
          <p:cNvSpPr txBox="1"/>
          <p:nvPr>
            <p:ph idx="8" type="subTitle"/>
          </p:nvPr>
        </p:nvSpPr>
        <p:spPr>
          <a:xfrm>
            <a:off x="6031725" y="1364175"/>
            <a:ext cx="24306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9" name="Google Shape;209;p35"/>
          <p:cNvSpPr/>
          <p:nvPr>
            <p:ph idx="9" type="pic"/>
          </p:nvPr>
        </p:nvSpPr>
        <p:spPr>
          <a:xfrm>
            <a:off x="863700" y="3308611"/>
            <a:ext cx="738900" cy="738900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35"/>
          <p:cNvSpPr txBox="1"/>
          <p:nvPr>
            <p:ph idx="13" type="body"/>
          </p:nvPr>
        </p:nvSpPr>
        <p:spPr>
          <a:xfrm>
            <a:off x="1774150" y="3391311"/>
            <a:ext cx="2430600" cy="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11" name="Google Shape;211;p35"/>
          <p:cNvSpPr txBox="1"/>
          <p:nvPr>
            <p:ph idx="14" type="subTitle"/>
          </p:nvPr>
        </p:nvSpPr>
        <p:spPr>
          <a:xfrm>
            <a:off x="1774950" y="3193561"/>
            <a:ext cx="24306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2" name="Google Shape;212;p35"/>
          <p:cNvSpPr/>
          <p:nvPr>
            <p:ph idx="15" type="pic"/>
          </p:nvPr>
        </p:nvSpPr>
        <p:spPr>
          <a:xfrm>
            <a:off x="5120475" y="3308611"/>
            <a:ext cx="738900" cy="738900"/>
          </a:xfrm>
          <a:prstGeom prst="rect">
            <a:avLst/>
          </a:prstGeom>
          <a:noFill/>
          <a:ln>
            <a:noFill/>
          </a:ln>
        </p:spPr>
      </p:sp>
      <p:sp>
        <p:nvSpPr>
          <p:cNvPr id="213" name="Google Shape;213;p35"/>
          <p:cNvSpPr txBox="1"/>
          <p:nvPr>
            <p:ph idx="16" type="body"/>
          </p:nvPr>
        </p:nvSpPr>
        <p:spPr>
          <a:xfrm>
            <a:off x="6030925" y="3391311"/>
            <a:ext cx="2430600" cy="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14" name="Google Shape;214;p35"/>
          <p:cNvSpPr txBox="1"/>
          <p:nvPr>
            <p:ph idx="17" type="subTitle"/>
          </p:nvPr>
        </p:nvSpPr>
        <p:spPr>
          <a:xfrm>
            <a:off x="6031725" y="3193561"/>
            <a:ext cx="24306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V1">
  <p:cSld name="CUSTOM_8">
    <p:bg>
      <p:bgPr>
        <a:solidFill>
          <a:schemeClr val="accent3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6"/>
          <p:cNvSpPr txBox="1"/>
          <p:nvPr>
            <p:ph type="title"/>
          </p:nvPr>
        </p:nvSpPr>
        <p:spPr>
          <a:xfrm>
            <a:off x="640336" y="3853289"/>
            <a:ext cx="53397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36"/>
          <p:cNvSpPr/>
          <p:nvPr>
            <p:ph idx="2" type="pic"/>
          </p:nvPr>
        </p:nvSpPr>
        <p:spPr>
          <a:xfrm>
            <a:off x="1224650" y="2088671"/>
            <a:ext cx="413400" cy="4134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36"/>
          <p:cNvSpPr/>
          <p:nvPr>
            <p:ph idx="3" type="pic"/>
          </p:nvPr>
        </p:nvSpPr>
        <p:spPr>
          <a:xfrm>
            <a:off x="3105050" y="2088671"/>
            <a:ext cx="413400" cy="4134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36"/>
          <p:cNvSpPr/>
          <p:nvPr>
            <p:ph idx="4" type="pic"/>
          </p:nvPr>
        </p:nvSpPr>
        <p:spPr>
          <a:xfrm>
            <a:off x="4998488" y="2088671"/>
            <a:ext cx="413400" cy="4134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36"/>
          <p:cNvSpPr/>
          <p:nvPr>
            <p:ph idx="5" type="pic"/>
          </p:nvPr>
        </p:nvSpPr>
        <p:spPr>
          <a:xfrm>
            <a:off x="6891938" y="2088671"/>
            <a:ext cx="413400" cy="41340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p36"/>
          <p:cNvSpPr txBox="1"/>
          <p:nvPr>
            <p:ph idx="1" type="body"/>
          </p:nvPr>
        </p:nvSpPr>
        <p:spPr>
          <a:xfrm>
            <a:off x="700775" y="4573925"/>
            <a:ext cx="53064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V2">
  <p:cSld name="CUSTOM_9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7"/>
          <p:cNvSpPr txBox="1"/>
          <p:nvPr>
            <p:ph type="title"/>
          </p:nvPr>
        </p:nvSpPr>
        <p:spPr>
          <a:xfrm>
            <a:off x="640336" y="3853289"/>
            <a:ext cx="53397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37"/>
          <p:cNvSpPr txBox="1"/>
          <p:nvPr>
            <p:ph idx="1" type="body"/>
          </p:nvPr>
        </p:nvSpPr>
        <p:spPr>
          <a:xfrm>
            <a:off x="700775" y="4573925"/>
            <a:ext cx="53064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arterly Calendar">
  <p:cSld name="CUSTOM_10">
    <p:bg>
      <p:bgPr>
        <a:solidFill>
          <a:schemeClr val="lt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8"/>
          <p:cNvSpPr/>
          <p:nvPr/>
        </p:nvSpPr>
        <p:spPr>
          <a:xfrm>
            <a:off x="4700100" y="0"/>
            <a:ext cx="44439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8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28" name="Google Shape;228;p38"/>
          <p:cNvSpPr txBox="1"/>
          <p:nvPr>
            <p:ph idx="2" type="subTitle"/>
          </p:nvPr>
        </p:nvSpPr>
        <p:spPr>
          <a:xfrm>
            <a:off x="689050" y="531800"/>
            <a:ext cx="15072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9" name="Google Shape;229;p38"/>
          <p:cNvSpPr/>
          <p:nvPr>
            <p:ph idx="3" type="pic"/>
          </p:nvPr>
        </p:nvSpPr>
        <p:spPr>
          <a:xfrm>
            <a:off x="5299922" y="644675"/>
            <a:ext cx="273600" cy="273600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38"/>
          <p:cNvSpPr/>
          <p:nvPr>
            <p:ph idx="4" type="pic"/>
          </p:nvPr>
        </p:nvSpPr>
        <p:spPr>
          <a:xfrm>
            <a:off x="5299922" y="1678237"/>
            <a:ext cx="273600" cy="27360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38"/>
          <p:cNvSpPr txBox="1"/>
          <p:nvPr>
            <p:ph idx="5" type="body"/>
          </p:nvPr>
        </p:nvSpPr>
        <p:spPr>
          <a:xfrm>
            <a:off x="5529550" y="557100"/>
            <a:ext cx="30915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32" name="Google Shape;232;p38"/>
          <p:cNvSpPr txBox="1"/>
          <p:nvPr>
            <p:ph idx="6" type="body"/>
          </p:nvPr>
        </p:nvSpPr>
        <p:spPr>
          <a:xfrm>
            <a:off x="5529554" y="678452"/>
            <a:ext cx="3091500" cy="6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33" name="Google Shape;233;p38"/>
          <p:cNvSpPr txBox="1"/>
          <p:nvPr>
            <p:ph idx="7" type="body"/>
          </p:nvPr>
        </p:nvSpPr>
        <p:spPr>
          <a:xfrm>
            <a:off x="5529550" y="1636031"/>
            <a:ext cx="30915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34" name="Google Shape;234;p38"/>
          <p:cNvSpPr txBox="1"/>
          <p:nvPr>
            <p:ph idx="8" type="body"/>
          </p:nvPr>
        </p:nvSpPr>
        <p:spPr>
          <a:xfrm>
            <a:off x="5529554" y="1757384"/>
            <a:ext cx="3091500" cy="6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35" name="Google Shape;235;p38"/>
          <p:cNvSpPr/>
          <p:nvPr>
            <p:ph idx="9" type="pic"/>
          </p:nvPr>
        </p:nvSpPr>
        <p:spPr>
          <a:xfrm>
            <a:off x="5299922" y="2765266"/>
            <a:ext cx="273600" cy="2736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38"/>
          <p:cNvSpPr txBox="1"/>
          <p:nvPr>
            <p:ph idx="13" type="body"/>
          </p:nvPr>
        </p:nvSpPr>
        <p:spPr>
          <a:xfrm>
            <a:off x="5529550" y="2723054"/>
            <a:ext cx="30915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37" name="Google Shape;237;p38"/>
          <p:cNvSpPr txBox="1"/>
          <p:nvPr>
            <p:ph idx="14" type="body"/>
          </p:nvPr>
        </p:nvSpPr>
        <p:spPr>
          <a:xfrm>
            <a:off x="5529554" y="2844406"/>
            <a:ext cx="3091500" cy="6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38" name="Google Shape;238;p38"/>
          <p:cNvSpPr/>
          <p:nvPr>
            <p:ph idx="15" type="pic"/>
          </p:nvPr>
        </p:nvSpPr>
        <p:spPr>
          <a:xfrm>
            <a:off x="5299922" y="3852616"/>
            <a:ext cx="273600" cy="273600"/>
          </a:xfrm>
          <a:prstGeom prst="rect">
            <a:avLst/>
          </a:prstGeom>
          <a:noFill/>
          <a:ln>
            <a:noFill/>
          </a:ln>
        </p:spPr>
      </p:sp>
      <p:sp>
        <p:nvSpPr>
          <p:cNvPr id="239" name="Google Shape;239;p38"/>
          <p:cNvSpPr txBox="1"/>
          <p:nvPr>
            <p:ph idx="16" type="body"/>
          </p:nvPr>
        </p:nvSpPr>
        <p:spPr>
          <a:xfrm>
            <a:off x="5529550" y="3810398"/>
            <a:ext cx="30915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40" name="Google Shape;240;p38"/>
          <p:cNvSpPr txBox="1"/>
          <p:nvPr>
            <p:ph idx="17" type="body"/>
          </p:nvPr>
        </p:nvSpPr>
        <p:spPr>
          <a:xfrm>
            <a:off x="5529554" y="3931751"/>
            <a:ext cx="3091500" cy="6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">
  <p:cSld name="CUSTOM_11">
    <p:bg>
      <p:bgPr>
        <a:solidFill>
          <a:schemeClr val="accent3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9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43" name="Google Shape;243;p39"/>
          <p:cNvSpPr txBox="1"/>
          <p:nvPr>
            <p:ph type="title"/>
          </p:nvPr>
        </p:nvSpPr>
        <p:spPr>
          <a:xfrm>
            <a:off x="661574" y="424278"/>
            <a:ext cx="51513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39"/>
          <p:cNvSpPr txBox="1"/>
          <p:nvPr>
            <p:ph idx="2" type="body"/>
          </p:nvPr>
        </p:nvSpPr>
        <p:spPr>
          <a:xfrm>
            <a:off x="687900" y="1296524"/>
            <a:ext cx="14460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45" name="Google Shape;245;p39"/>
          <p:cNvSpPr txBox="1"/>
          <p:nvPr>
            <p:ph idx="3" type="body"/>
          </p:nvPr>
        </p:nvSpPr>
        <p:spPr>
          <a:xfrm>
            <a:off x="2262132" y="1296524"/>
            <a:ext cx="14460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46" name="Google Shape;246;p39"/>
          <p:cNvSpPr txBox="1"/>
          <p:nvPr>
            <p:ph idx="4" type="body"/>
          </p:nvPr>
        </p:nvSpPr>
        <p:spPr>
          <a:xfrm>
            <a:off x="3827041" y="1296524"/>
            <a:ext cx="14460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47" name="Google Shape;247;p39"/>
          <p:cNvSpPr txBox="1"/>
          <p:nvPr>
            <p:ph idx="5" type="body"/>
          </p:nvPr>
        </p:nvSpPr>
        <p:spPr>
          <a:xfrm>
            <a:off x="5397375" y="1296524"/>
            <a:ext cx="14460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48" name="Google Shape;248;p39"/>
          <p:cNvSpPr txBox="1"/>
          <p:nvPr>
            <p:ph idx="6" type="body"/>
          </p:nvPr>
        </p:nvSpPr>
        <p:spPr>
          <a:xfrm>
            <a:off x="6956568" y="1296524"/>
            <a:ext cx="14460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49" name="Google Shape;249;p39"/>
          <p:cNvSpPr/>
          <p:nvPr>
            <p:ph idx="7" type="pic"/>
          </p:nvPr>
        </p:nvSpPr>
        <p:spPr>
          <a:xfrm>
            <a:off x="727950" y="1764075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50" name="Google Shape;250;p39"/>
          <p:cNvSpPr/>
          <p:nvPr>
            <p:ph idx="8" type="pic"/>
          </p:nvPr>
        </p:nvSpPr>
        <p:spPr>
          <a:xfrm>
            <a:off x="727950" y="23204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51" name="Google Shape;251;p39"/>
          <p:cNvSpPr/>
          <p:nvPr>
            <p:ph idx="9" type="pic"/>
          </p:nvPr>
        </p:nvSpPr>
        <p:spPr>
          <a:xfrm>
            <a:off x="727950" y="286078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52" name="Google Shape;252;p39"/>
          <p:cNvSpPr/>
          <p:nvPr>
            <p:ph idx="13" type="pic"/>
          </p:nvPr>
        </p:nvSpPr>
        <p:spPr>
          <a:xfrm>
            <a:off x="727950" y="34011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53" name="Google Shape;253;p39"/>
          <p:cNvSpPr/>
          <p:nvPr>
            <p:ph idx="14" type="pic"/>
          </p:nvPr>
        </p:nvSpPr>
        <p:spPr>
          <a:xfrm>
            <a:off x="2296475" y="1764075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54" name="Google Shape;254;p39"/>
          <p:cNvSpPr/>
          <p:nvPr>
            <p:ph idx="15" type="pic"/>
          </p:nvPr>
        </p:nvSpPr>
        <p:spPr>
          <a:xfrm>
            <a:off x="3865000" y="1764075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55" name="Google Shape;255;p39"/>
          <p:cNvSpPr/>
          <p:nvPr>
            <p:ph idx="16" type="pic"/>
          </p:nvPr>
        </p:nvSpPr>
        <p:spPr>
          <a:xfrm>
            <a:off x="5433525" y="1764075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56" name="Google Shape;256;p39"/>
          <p:cNvSpPr/>
          <p:nvPr>
            <p:ph idx="17" type="pic"/>
          </p:nvPr>
        </p:nvSpPr>
        <p:spPr>
          <a:xfrm>
            <a:off x="7002050" y="1764075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57" name="Google Shape;257;p39"/>
          <p:cNvSpPr/>
          <p:nvPr>
            <p:ph idx="18" type="pic"/>
          </p:nvPr>
        </p:nvSpPr>
        <p:spPr>
          <a:xfrm>
            <a:off x="2296475" y="23204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58" name="Google Shape;258;p39"/>
          <p:cNvSpPr/>
          <p:nvPr>
            <p:ph idx="19" type="pic"/>
          </p:nvPr>
        </p:nvSpPr>
        <p:spPr>
          <a:xfrm>
            <a:off x="2296475" y="286078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59" name="Google Shape;259;p39"/>
          <p:cNvSpPr/>
          <p:nvPr>
            <p:ph idx="20" type="pic"/>
          </p:nvPr>
        </p:nvSpPr>
        <p:spPr>
          <a:xfrm>
            <a:off x="2296475" y="34011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60" name="Google Shape;260;p39"/>
          <p:cNvSpPr/>
          <p:nvPr>
            <p:ph idx="21" type="pic"/>
          </p:nvPr>
        </p:nvSpPr>
        <p:spPr>
          <a:xfrm>
            <a:off x="3865000" y="23204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61" name="Google Shape;261;p39"/>
          <p:cNvSpPr/>
          <p:nvPr>
            <p:ph idx="22" type="pic"/>
          </p:nvPr>
        </p:nvSpPr>
        <p:spPr>
          <a:xfrm>
            <a:off x="3865000" y="286078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39"/>
          <p:cNvSpPr/>
          <p:nvPr>
            <p:ph idx="23" type="pic"/>
          </p:nvPr>
        </p:nvSpPr>
        <p:spPr>
          <a:xfrm>
            <a:off x="3865000" y="34011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63" name="Google Shape;263;p39"/>
          <p:cNvSpPr/>
          <p:nvPr>
            <p:ph idx="24" type="pic"/>
          </p:nvPr>
        </p:nvSpPr>
        <p:spPr>
          <a:xfrm>
            <a:off x="5433525" y="23204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39"/>
          <p:cNvSpPr/>
          <p:nvPr>
            <p:ph idx="25" type="pic"/>
          </p:nvPr>
        </p:nvSpPr>
        <p:spPr>
          <a:xfrm>
            <a:off x="5433525" y="286078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p39"/>
          <p:cNvSpPr/>
          <p:nvPr>
            <p:ph idx="26" type="pic"/>
          </p:nvPr>
        </p:nvSpPr>
        <p:spPr>
          <a:xfrm>
            <a:off x="5433525" y="34011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66" name="Google Shape;266;p39"/>
          <p:cNvSpPr/>
          <p:nvPr>
            <p:ph idx="27" type="pic"/>
          </p:nvPr>
        </p:nvSpPr>
        <p:spPr>
          <a:xfrm>
            <a:off x="7002050" y="23204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39"/>
          <p:cNvSpPr/>
          <p:nvPr>
            <p:ph idx="28" type="pic"/>
          </p:nvPr>
        </p:nvSpPr>
        <p:spPr>
          <a:xfrm>
            <a:off x="7002050" y="286078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39"/>
          <p:cNvSpPr/>
          <p:nvPr>
            <p:ph idx="29" type="pic"/>
          </p:nvPr>
        </p:nvSpPr>
        <p:spPr>
          <a:xfrm>
            <a:off x="7002050" y="3401138"/>
            <a:ext cx="304500" cy="304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s - Load Time Optimization">
  <p:cSld name="CUSTOM_13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0"/>
          <p:cNvSpPr/>
          <p:nvPr>
            <p:ph idx="2" type="pic"/>
          </p:nvPr>
        </p:nvSpPr>
        <p:spPr>
          <a:xfrm>
            <a:off x="791050" y="1977650"/>
            <a:ext cx="1307100" cy="1956600"/>
          </a:xfrm>
          <a:prstGeom prst="rect">
            <a:avLst/>
          </a:prstGeom>
          <a:noFill/>
          <a:ln>
            <a:noFill/>
          </a:ln>
        </p:spPr>
      </p:sp>
      <p:sp>
        <p:nvSpPr>
          <p:cNvPr id="271" name="Google Shape;271;p40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72" name="Google Shape;272;p40"/>
          <p:cNvSpPr txBox="1"/>
          <p:nvPr>
            <p:ph type="title"/>
          </p:nvPr>
        </p:nvSpPr>
        <p:spPr>
          <a:xfrm>
            <a:off x="661576" y="424275"/>
            <a:ext cx="78909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40"/>
          <p:cNvSpPr txBox="1"/>
          <p:nvPr>
            <p:ph idx="3" type="body"/>
          </p:nvPr>
        </p:nvSpPr>
        <p:spPr>
          <a:xfrm>
            <a:off x="1890825" y="3120325"/>
            <a:ext cx="11862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●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○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■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●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○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■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●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○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■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74" name="Google Shape;274;p40"/>
          <p:cNvSpPr txBox="1"/>
          <p:nvPr>
            <p:ph idx="4" type="body"/>
          </p:nvPr>
        </p:nvSpPr>
        <p:spPr>
          <a:xfrm>
            <a:off x="1890825" y="3446750"/>
            <a:ext cx="1186200" cy="8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●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○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■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●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○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■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●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○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■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75" name="Google Shape;275;p40"/>
          <p:cNvSpPr/>
          <p:nvPr>
            <p:ph idx="5" type="pic"/>
          </p:nvPr>
        </p:nvSpPr>
        <p:spPr>
          <a:xfrm>
            <a:off x="1890828" y="2891499"/>
            <a:ext cx="277800" cy="277800"/>
          </a:xfrm>
          <a:prstGeom prst="rect">
            <a:avLst/>
          </a:prstGeom>
          <a:noFill/>
          <a:ln>
            <a:noFill/>
          </a:ln>
        </p:spPr>
      </p:sp>
      <p:sp>
        <p:nvSpPr>
          <p:cNvPr id="276" name="Google Shape;276;p40"/>
          <p:cNvSpPr txBox="1"/>
          <p:nvPr>
            <p:ph idx="6" type="subTitle"/>
          </p:nvPr>
        </p:nvSpPr>
        <p:spPr>
          <a:xfrm>
            <a:off x="5908675" y="1894800"/>
            <a:ext cx="24510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77" name="Google Shape;277;p40"/>
          <p:cNvSpPr txBox="1"/>
          <p:nvPr>
            <p:ph idx="7" type="body"/>
          </p:nvPr>
        </p:nvSpPr>
        <p:spPr>
          <a:xfrm>
            <a:off x="5901025" y="2091050"/>
            <a:ext cx="27621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278" name="Google Shape;278;p40"/>
          <p:cNvSpPr txBox="1"/>
          <p:nvPr>
            <p:ph idx="8" type="body"/>
          </p:nvPr>
        </p:nvSpPr>
        <p:spPr>
          <a:xfrm>
            <a:off x="5908675" y="3140275"/>
            <a:ext cx="2712300" cy="15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s - Collaboration">
  <p:cSld name="CUSTOM_13_1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1"/>
          <p:cNvSpPr/>
          <p:nvPr>
            <p:ph idx="2" type="pic"/>
          </p:nvPr>
        </p:nvSpPr>
        <p:spPr>
          <a:xfrm>
            <a:off x="2876100" y="1977650"/>
            <a:ext cx="1307100" cy="1956600"/>
          </a:xfrm>
          <a:prstGeom prst="rect">
            <a:avLst/>
          </a:prstGeom>
          <a:noFill/>
          <a:ln>
            <a:noFill/>
          </a:ln>
        </p:spPr>
      </p:sp>
      <p:sp>
        <p:nvSpPr>
          <p:cNvPr id="281" name="Google Shape;281;p41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82" name="Google Shape;282;p41"/>
          <p:cNvSpPr txBox="1"/>
          <p:nvPr>
            <p:ph type="title"/>
          </p:nvPr>
        </p:nvSpPr>
        <p:spPr>
          <a:xfrm>
            <a:off x="661575" y="424275"/>
            <a:ext cx="77406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41"/>
          <p:cNvSpPr/>
          <p:nvPr>
            <p:ph idx="3" type="pic"/>
          </p:nvPr>
        </p:nvSpPr>
        <p:spPr>
          <a:xfrm>
            <a:off x="1890828" y="2891499"/>
            <a:ext cx="277800" cy="277800"/>
          </a:xfrm>
          <a:prstGeom prst="rect">
            <a:avLst/>
          </a:prstGeom>
          <a:noFill/>
          <a:ln>
            <a:noFill/>
          </a:ln>
        </p:spPr>
      </p:sp>
      <p:sp>
        <p:nvSpPr>
          <p:cNvPr id="284" name="Google Shape;284;p41"/>
          <p:cNvSpPr txBox="1"/>
          <p:nvPr>
            <p:ph idx="4" type="subTitle"/>
          </p:nvPr>
        </p:nvSpPr>
        <p:spPr>
          <a:xfrm>
            <a:off x="5908675" y="1894800"/>
            <a:ext cx="24510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85" name="Google Shape;285;p41"/>
          <p:cNvSpPr txBox="1"/>
          <p:nvPr>
            <p:ph idx="5" type="body"/>
          </p:nvPr>
        </p:nvSpPr>
        <p:spPr>
          <a:xfrm>
            <a:off x="5901025" y="2091050"/>
            <a:ext cx="24588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286" name="Google Shape;286;p41"/>
          <p:cNvSpPr txBox="1"/>
          <p:nvPr>
            <p:ph idx="6" type="body"/>
          </p:nvPr>
        </p:nvSpPr>
        <p:spPr>
          <a:xfrm>
            <a:off x="5908675" y="3140275"/>
            <a:ext cx="2450700" cy="15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s - HitGub Integration">
  <p:cSld name="CUSTOM_13_1_1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2"/>
          <p:cNvSpPr/>
          <p:nvPr>
            <p:ph idx="2" type="pic"/>
          </p:nvPr>
        </p:nvSpPr>
        <p:spPr>
          <a:xfrm>
            <a:off x="4960075" y="1977650"/>
            <a:ext cx="1307100" cy="1956600"/>
          </a:xfrm>
          <a:prstGeom prst="rect">
            <a:avLst/>
          </a:prstGeom>
          <a:noFill/>
          <a:ln>
            <a:noFill/>
          </a:ln>
        </p:spPr>
      </p:sp>
      <p:sp>
        <p:nvSpPr>
          <p:cNvPr id="289" name="Google Shape;289;p42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90" name="Google Shape;290;p42"/>
          <p:cNvSpPr/>
          <p:nvPr>
            <p:ph idx="3" type="pic"/>
          </p:nvPr>
        </p:nvSpPr>
        <p:spPr>
          <a:xfrm>
            <a:off x="6068328" y="2891499"/>
            <a:ext cx="277800" cy="277800"/>
          </a:xfrm>
          <a:prstGeom prst="rect">
            <a:avLst/>
          </a:prstGeom>
          <a:noFill/>
          <a:ln>
            <a:noFill/>
          </a:ln>
        </p:spPr>
      </p:sp>
      <p:sp>
        <p:nvSpPr>
          <p:cNvPr id="291" name="Google Shape;291;p42"/>
          <p:cNvSpPr txBox="1"/>
          <p:nvPr>
            <p:ph idx="4" type="subTitle"/>
          </p:nvPr>
        </p:nvSpPr>
        <p:spPr>
          <a:xfrm>
            <a:off x="684150" y="1894800"/>
            <a:ext cx="24510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92" name="Google Shape;292;p42"/>
          <p:cNvSpPr txBox="1"/>
          <p:nvPr>
            <p:ph idx="5" type="body"/>
          </p:nvPr>
        </p:nvSpPr>
        <p:spPr>
          <a:xfrm>
            <a:off x="676500" y="2091050"/>
            <a:ext cx="27426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293" name="Google Shape;293;p42"/>
          <p:cNvSpPr txBox="1"/>
          <p:nvPr>
            <p:ph idx="6" type="body"/>
          </p:nvPr>
        </p:nvSpPr>
        <p:spPr>
          <a:xfrm>
            <a:off x="684150" y="3140275"/>
            <a:ext cx="2450700" cy="15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94" name="Google Shape;294;p42"/>
          <p:cNvSpPr txBox="1"/>
          <p:nvPr>
            <p:ph type="title"/>
          </p:nvPr>
        </p:nvSpPr>
        <p:spPr>
          <a:xfrm>
            <a:off x="661575" y="424275"/>
            <a:ext cx="77406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s - Event Tracking">
  <p:cSld name="CUSTOM_13_1_1_1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3"/>
          <p:cNvSpPr/>
          <p:nvPr>
            <p:ph idx="2" type="pic"/>
          </p:nvPr>
        </p:nvSpPr>
        <p:spPr>
          <a:xfrm>
            <a:off x="7053750" y="1977650"/>
            <a:ext cx="1307100" cy="1956600"/>
          </a:xfrm>
          <a:prstGeom prst="rect">
            <a:avLst/>
          </a:prstGeom>
          <a:noFill/>
          <a:ln>
            <a:noFill/>
          </a:ln>
        </p:spPr>
      </p:sp>
      <p:sp>
        <p:nvSpPr>
          <p:cNvPr id="297" name="Google Shape;297;p43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98" name="Google Shape;298;p43"/>
          <p:cNvSpPr txBox="1"/>
          <p:nvPr>
            <p:ph type="title"/>
          </p:nvPr>
        </p:nvSpPr>
        <p:spPr>
          <a:xfrm>
            <a:off x="661576" y="424275"/>
            <a:ext cx="78558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43"/>
          <p:cNvSpPr/>
          <p:nvPr>
            <p:ph idx="3" type="pic"/>
          </p:nvPr>
        </p:nvSpPr>
        <p:spPr>
          <a:xfrm>
            <a:off x="6068328" y="2891499"/>
            <a:ext cx="277800" cy="277800"/>
          </a:xfrm>
          <a:prstGeom prst="rect">
            <a:avLst/>
          </a:prstGeom>
          <a:noFill/>
          <a:ln>
            <a:noFill/>
          </a:ln>
        </p:spPr>
      </p:sp>
      <p:sp>
        <p:nvSpPr>
          <p:cNvPr id="300" name="Google Shape;300;p43"/>
          <p:cNvSpPr txBox="1"/>
          <p:nvPr>
            <p:ph idx="4" type="subTitle"/>
          </p:nvPr>
        </p:nvSpPr>
        <p:spPr>
          <a:xfrm>
            <a:off x="684150" y="1894800"/>
            <a:ext cx="24510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01" name="Google Shape;301;p43"/>
          <p:cNvSpPr txBox="1"/>
          <p:nvPr>
            <p:ph idx="5" type="body"/>
          </p:nvPr>
        </p:nvSpPr>
        <p:spPr>
          <a:xfrm>
            <a:off x="676500" y="2091050"/>
            <a:ext cx="26775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02" name="Google Shape;302;p43"/>
          <p:cNvSpPr txBox="1"/>
          <p:nvPr>
            <p:ph idx="6" type="body"/>
          </p:nvPr>
        </p:nvSpPr>
        <p:spPr>
          <a:xfrm>
            <a:off x="684150" y="3140275"/>
            <a:ext cx="2450700" cy="15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ppendix - Risks">
  <p:cSld name="CUSTOM_14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4"/>
          <p:cNvSpPr/>
          <p:nvPr>
            <p:ph idx="2" type="pic"/>
          </p:nvPr>
        </p:nvSpPr>
        <p:spPr>
          <a:xfrm>
            <a:off x="5215175" y="0"/>
            <a:ext cx="39288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05" name="Google Shape;305;p44"/>
          <p:cNvSpPr txBox="1"/>
          <p:nvPr>
            <p:ph idx="1" type="body"/>
          </p:nvPr>
        </p:nvSpPr>
        <p:spPr>
          <a:xfrm>
            <a:off x="687900" y="292725"/>
            <a:ext cx="37554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06" name="Google Shape;306;p44"/>
          <p:cNvSpPr txBox="1"/>
          <p:nvPr>
            <p:ph idx="3" type="subTitle"/>
          </p:nvPr>
        </p:nvSpPr>
        <p:spPr>
          <a:xfrm>
            <a:off x="689235" y="531804"/>
            <a:ext cx="37542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7" name="Google Shape;307;p44"/>
          <p:cNvSpPr txBox="1"/>
          <p:nvPr>
            <p:ph idx="4" type="body"/>
          </p:nvPr>
        </p:nvSpPr>
        <p:spPr>
          <a:xfrm>
            <a:off x="688425" y="941550"/>
            <a:ext cx="3755400" cy="16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308" name="Google Shape;308;p44"/>
          <p:cNvSpPr txBox="1"/>
          <p:nvPr>
            <p:ph idx="5" type="body"/>
          </p:nvPr>
        </p:nvSpPr>
        <p:spPr>
          <a:xfrm>
            <a:off x="1129400" y="2768850"/>
            <a:ext cx="3314400" cy="16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16">
    <p:bg>
      <p:bgPr>
        <a:solidFill>
          <a:schemeClr val="accent3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5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11" name="Google Shape;311;p45"/>
          <p:cNvSpPr txBox="1"/>
          <p:nvPr>
            <p:ph type="title"/>
          </p:nvPr>
        </p:nvSpPr>
        <p:spPr>
          <a:xfrm>
            <a:off x="646035" y="424278"/>
            <a:ext cx="51513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45"/>
          <p:cNvSpPr txBox="1"/>
          <p:nvPr>
            <p:ph idx="2" type="body"/>
          </p:nvPr>
        </p:nvSpPr>
        <p:spPr>
          <a:xfrm>
            <a:off x="688425" y="1433475"/>
            <a:ext cx="2867400" cy="16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13" name="Google Shape;313;p45"/>
          <p:cNvSpPr txBox="1"/>
          <p:nvPr>
            <p:ph idx="3" type="body"/>
          </p:nvPr>
        </p:nvSpPr>
        <p:spPr>
          <a:xfrm>
            <a:off x="4724950" y="3620575"/>
            <a:ext cx="38850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314" name="Google Shape;314;p45"/>
          <p:cNvSpPr txBox="1"/>
          <p:nvPr>
            <p:ph idx="4" type="body"/>
          </p:nvPr>
        </p:nvSpPr>
        <p:spPr>
          <a:xfrm>
            <a:off x="4724950" y="2596937"/>
            <a:ext cx="38850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315" name="Google Shape;315;p45"/>
          <p:cNvSpPr txBox="1"/>
          <p:nvPr>
            <p:ph idx="5" type="body"/>
          </p:nvPr>
        </p:nvSpPr>
        <p:spPr>
          <a:xfrm>
            <a:off x="4724950" y="1567600"/>
            <a:ext cx="38850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&amp;A">
  <p:cSld name="CUSTOM_17">
    <p:bg>
      <p:bgPr>
        <a:solidFill>
          <a:schemeClr val="accent3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6"/>
          <p:cNvSpPr txBox="1"/>
          <p:nvPr>
            <p:ph type="title"/>
          </p:nvPr>
        </p:nvSpPr>
        <p:spPr>
          <a:xfrm>
            <a:off x="667650" y="230375"/>
            <a:ext cx="7692300" cy="25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8" name="Google Shape;318;p46"/>
          <p:cNvSpPr txBox="1"/>
          <p:nvPr>
            <p:ph idx="2" type="title"/>
          </p:nvPr>
        </p:nvSpPr>
        <p:spPr>
          <a:xfrm>
            <a:off x="667650" y="3872300"/>
            <a:ext cx="7692300" cy="9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18">
    <p:bg>
      <p:bgPr>
        <a:solidFill>
          <a:schemeClr val="accent3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7"/>
          <p:cNvSpPr/>
          <p:nvPr>
            <p:ph idx="2" type="pic"/>
          </p:nvPr>
        </p:nvSpPr>
        <p:spPr>
          <a:xfrm>
            <a:off x="4700175" y="0"/>
            <a:ext cx="4443900" cy="2991000"/>
          </a:xfrm>
          <a:prstGeom prst="rect">
            <a:avLst/>
          </a:prstGeom>
          <a:noFill/>
          <a:ln>
            <a:noFill/>
          </a:ln>
        </p:spPr>
      </p:sp>
      <p:sp>
        <p:nvSpPr>
          <p:cNvPr id="321" name="Google Shape;321;p47"/>
          <p:cNvSpPr txBox="1"/>
          <p:nvPr>
            <p:ph type="title"/>
          </p:nvPr>
        </p:nvSpPr>
        <p:spPr>
          <a:xfrm>
            <a:off x="407350" y="3366041"/>
            <a:ext cx="8270100" cy="1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cxnSp>
        <p:nvCxnSpPr>
          <p:cNvPr id="322" name="Google Shape;322;p47"/>
          <p:cNvCxnSpPr/>
          <p:nvPr/>
        </p:nvCxnSpPr>
        <p:spPr>
          <a:xfrm>
            <a:off x="-3150" y="677850"/>
            <a:ext cx="5232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19">
    <p:bg>
      <p:bgPr>
        <a:solidFill>
          <a:schemeClr val="accent3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8"/>
          <p:cNvSpPr/>
          <p:nvPr>
            <p:ph idx="2" type="pic"/>
          </p:nvPr>
        </p:nvSpPr>
        <p:spPr>
          <a:xfrm>
            <a:off x="8710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  <p:sp>
        <p:nvSpPr>
          <p:cNvPr id="325" name="Google Shape;325;p48"/>
          <p:cNvSpPr/>
          <p:nvPr>
            <p:ph idx="3" type="pic"/>
          </p:nvPr>
        </p:nvSpPr>
        <p:spPr>
          <a:xfrm>
            <a:off x="36286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  <p:sp>
        <p:nvSpPr>
          <p:cNvPr id="326" name="Google Shape;326;p48"/>
          <p:cNvSpPr/>
          <p:nvPr>
            <p:ph idx="4" type="pic"/>
          </p:nvPr>
        </p:nvSpPr>
        <p:spPr>
          <a:xfrm>
            <a:off x="63862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2">
  <p:cSld name="CUSTOM_19_2">
    <p:bg>
      <p:bgPr>
        <a:solidFill>
          <a:schemeClr val="lt2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9"/>
          <p:cNvSpPr/>
          <p:nvPr>
            <p:ph idx="2" type="pic"/>
          </p:nvPr>
        </p:nvSpPr>
        <p:spPr>
          <a:xfrm>
            <a:off x="8710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  <p:sp>
        <p:nvSpPr>
          <p:cNvPr id="329" name="Google Shape;329;p49"/>
          <p:cNvSpPr/>
          <p:nvPr>
            <p:ph idx="3" type="pic"/>
          </p:nvPr>
        </p:nvSpPr>
        <p:spPr>
          <a:xfrm>
            <a:off x="36286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  <p:sp>
        <p:nvSpPr>
          <p:cNvPr id="330" name="Google Shape;330;p49"/>
          <p:cNvSpPr/>
          <p:nvPr>
            <p:ph idx="4" type="pic"/>
          </p:nvPr>
        </p:nvSpPr>
        <p:spPr>
          <a:xfrm>
            <a:off x="63862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1">
  <p:cSld name="CUSTOM_19_1">
    <p:bg>
      <p:bgPr>
        <a:solidFill>
          <a:schemeClr val="accent4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0"/>
          <p:cNvSpPr/>
          <p:nvPr/>
        </p:nvSpPr>
        <p:spPr>
          <a:xfrm rot="-5400000">
            <a:off x="3536425" y="-458475"/>
            <a:ext cx="5185800" cy="6064800"/>
          </a:xfrm>
          <a:prstGeom prst="round2SameRect">
            <a:avLst>
              <a:gd fmla="val 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50"/>
          <p:cNvSpPr/>
          <p:nvPr/>
        </p:nvSpPr>
        <p:spPr>
          <a:xfrm rot="-5400000">
            <a:off x="-1042850" y="1013775"/>
            <a:ext cx="5178300" cy="3112800"/>
          </a:xfrm>
          <a:prstGeom prst="round2SameRect">
            <a:avLst>
              <a:gd fmla="val 0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50"/>
          <p:cNvSpPr/>
          <p:nvPr>
            <p:ph idx="2" type="pic"/>
          </p:nvPr>
        </p:nvSpPr>
        <p:spPr>
          <a:xfrm>
            <a:off x="777750" y="938695"/>
            <a:ext cx="1598400" cy="3413100"/>
          </a:xfrm>
          <a:prstGeom prst="roundRect">
            <a:avLst>
              <a:gd fmla="val 11038" name="adj"/>
            </a:avLst>
          </a:prstGeom>
          <a:noFill/>
          <a:ln>
            <a:noFill/>
          </a:ln>
        </p:spPr>
      </p:sp>
      <p:sp>
        <p:nvSpPr>
          <p:cNvPr id="335" name="Google Shape;335;p50"/>
          <p:cNvSpPr/>
          <p:nvPr>
            <p:ph idx="3" type="pic"/>
          </p:nvPr>
        </p:nvSpPr>
        <p:spPr>
          <a:xfrm>
            <a:off x="4115400" y="921995"/>
            <a:ext cx="4127700" cy="2333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20">
    <p:bg>
      <p:bgPr>
        <a:solidFill>
          <a:schemeClr val="lt2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1"/>
          <p:cNvSpPr/>
          <p:nvPr>
            <p:ph idx="2" type="pic"/>
          </p:nvPr>
        </p:nvSpPr>
        <p:spPr>
          <a:xfrm>
            <a:off x="936975" y="869000"/>
            <a:ext cx="1607400" cy="3413100"/>
          </a:xfrm>
          <a:prstGeom prst="roundRect">
            <a:avLst>
              <a:gd fmla="val 11038" name="adj"/>
            </a:avLst>
          </a:prstGeom>
          <a:noFill/>
          <a:ln>
            <a:noFill/>
          </a:ln>
        </p:spPr>
      </p:sp>
      <p:sp>
        <p:nvSpPr>
          <p:cNvPr id="338" name="Google Shape;338;p51"/>
          <p:cNvSpPr/>
          <p:nvPr>
            <p:ph idx="3" type="pic"/>
          </p:nvPr>
        </p:nvSpPr>
        <p:spPr>
          <a:xfrm>
            <a:off x="3514600" y="869000"/>
            <a:ext cx="4798800" cy="3413100"/>
          </a:xfrm>
          <a:prstGeom prst="roundRect">
            <a:avLst>
              <a:gd fmla="val 4639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1">
    <p:bg>
      <p:bgPr>
        <a:solidFill>
          <a:schemeClr val="lt1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2"/>
          <p:cNvSpPr/>
          <p:nvPr>
            <p:ph idx="2" type="pic"/>
          </p:nvPr>
        </p:nvSpPr>
        <p:spPr>
          <a:xfrm>
            <a:off x="2068775" y="933200"/>
            <a:ext cx="4994100" cy="3125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Phone mockup">
  <p:cSld name="CUSTOM_22_1">
    <p:bg>
      <p:bgPr>
        <a:solidFill>
          <a:schemeClr val="accent3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3"/>
          <p:cNvSpPr/>
          <p:nvPr>
            <p:ph idx="2" type="pic"/>
          </p:nvPr>
        </p:nvSpPr>
        <p:spPr>
          <a:xfrm>
            <a:off x="6682707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  <p:sp>
        <p:nvSpPr>
          <p:cNvPr id="343" name="Google Shape;343;p53"/>
          <p:cNvSpPr/>
          <p:nvPr>
            <p:ph idx="3" type="pic"/>
          </p:nvPr>
        </p:nvSpPr>
        <p:spPr>
          <a:xfrm>
            <a:off x="4143672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  <p:sp>
        <p:nvSpPr>
          <p:cNvPr id="344" name="Google Shape;344;p53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45" name="Google Shape;345;p53"/>
          <p:cNvSpPr txBox="1"/>
          <p:nvPr>
            <p:ph idx="4" type="body"/>
          </p:nvPr>
        </p:nvSpPr>
        <p:spPr>
          <a:xfrm>
            <a:off x="689250" y="3870075"/>
            <a:ext cx="1968000" cy="8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●"/>
              <a:defRPr sz="800"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○"/>
              <a:defRPr sz="8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■"/>
              <a:defRPr sz="8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●"/>
              <a:defRPr sz="8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○"/>
              <a:defRPr sz="800"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■"/>
              <a:defRPr sz="8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●"/>
              <a:defRPr sz="8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○"/>
              <a:defRPr sz="8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■"/>
              <a:defRPr sz="8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46" name="Google Shape;346;p53"/>
          <p:cNvSpPr txBox="1"/>
          <p:nvPr>
            <p:ph idx="5" type="subTitle"/>
          </p:nvPr>
        </p:nvSpPr>
        <p:spPr>
          <a:xfrm>
            <a:off x="689050" y="531800"/>
            <a:ext cx="16071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Devices mockup">
  <p:cSld name="CUSTOM_24_1">
    <p:bg>
      <p:bgPr>
        <a:solidFill>
          <a:schemeClr val="lt1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4"/>
          <p:cNvSpPr txBox="1"/>
          <p:nvPr>
            <p:ph idx="1" type="body"/>
          </p:nvPr>
        </p:nvSpPr>
        <p:spPr>
          <a:xfrm>
            <a:off x="687900" y="292725"/>
            <a:ext cx="14715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49" name="Google Shape;349;p54"/>
          <p:cNvSpPr txBox="1"/>
          <p:nvPr>
            <p:ph idx="2" type="body"/>
          </p:nvPr>
        </p:nvSpPr>
        <p:spPr>
          <a:xfrm>
            <a:off x="5484300" y="292725"/>
            <a:ext cx="2997000" cy="8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●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○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■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●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○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■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●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○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■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5" name="Google Shape;355;p56"/>
          <p:cNvGrpSpPr/>
          <p:nvPr/>
        </p:nvGrpSpPr>
        <p:grpSpPr>
          <a:xfrm rot="299808">
            <a:off x="124383" y="-559521"/>
            <a:ext cx="8900029" cy="6258229"/>
            <a:chOff x="124223" y="-559280"/>
            <a:chExt cx="8900025" cy="6258226"/>
          </a:xfrm>
        </p:grpSpPr>
        <p:grpSp>
          <p:nvGrpSpPr>
            <p:cNvPr id="356" name="Google Shape;356;p56"/>
            <p:cNvGrpSpPr/>
            <p:nvPr/>
          </p:nvGrpSpPr>
          <p:grpSpPr>
            <a:xfrm>
              <a:off x="124223" y="-78561"/>
              <a:ext cx="8900025" cy="5296800"/>
              <a:chOff x="124223" y="-78561"/>
              <a:chExt cx="8900025" cy="5296800"/>
            </a:xfrm>
          </p:grpSpPr>
          <p:sp>
            <p:nvSpPr>
              <p:cNvPr id="357" name="Google Shape;357;p56"/>
              <p:cNvSpPr/>
              <p:nvPr/>
            </p:nvSpPr>
            <p:spPr>
              <a:xfrm rot="-1623">
                <a:off x="7117071" y="2014308"/>
                <a:ext cx="1906200" cy="1875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58" name="Google Shape;358;p56"/>
              <p:cNvSpPr/>
              <p:nvPr/>
            </p:nvSpPr>
            <p:spPr>
              <a:xfrm flipH="1" rot="-1487">
                <a:off x="124823" y="-77211"/>
                <a:ext cx="6242101" cy="5294100"/>
              </a:xfrm>
              <a:prstGeom prst="snip1Rect">
                <a:avLst>
                  <a:gd fmla="val 42486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359" name="Google Shape;359;p56"/>
              <p:cNvSpPr/>
              <p:nvPr/>
            </p:nvSpPr>
            <p:spPr>
              <a:xfrm flipH="1" rot="10798513">
                <a:off x="2781248" y="-76291"/>
                <a:ext cx="6242401" cy="5289900"/>
              </a:xfrm>
              <a:prstGeom prst="snip1Rect">
                <a:avLst>
                  <a:gd fmla="val 42496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360" name="Google Shape;360;p56"/>
              <p:cNvSpPr/>
              <p:nvPr/>
            </p:nvSpPr>
            <p:spPr>
              <a:xfrm rot="-1623">
                <a:off x="125118" y="1250275"/>
                <a:ext cx="1906200" cy="1875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361" name="Google Shape;361;p56"/>
            <p:cNvSpPr/>
            <p:nvPr/>
          </p:nvSpPr>
          <p:spPr>
            <a:xfrm rot="-4516116">
              <a:off x="314265" y="-331820"/>
              <a:ext cx="1871106" cy="183798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  <p:sp>
          <p:nvSpPr>
            <p:cNvPr id="362" name="Google Shape;362;p56"/>
            <p:cNvSpPr/>
            <p:nvPr/>
          </p:nvSpPr>
          <p:spPr>
            <a:xfrm rot="6283884">
              <a:off x="6963097" y="3633506"/>
              <a:ext cx="1871106" cy="183798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63" name="Google Shape;363;p56"/>
          <p:cNvSpPr txBox="1"/>
          <p:nvPr>
            <p:ph type="ctrTitle"/>
          </p:nvPr>
        </p:nvSpPr>
        <p:spPr>
          <a:xfrm>
            <a:off x="1826325" y="1559575"/>
            <a:ext cx="54948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364" name="Google Shape;364;p56"/>
          <p:cNvSpPr txBox="1"/>
          <p:nvPr>
            <p:ph idx="1" type="subTitle"/>
          </p:nvPr>
        </p:nvSpPr>
        <p:spPr>
          <a:xfrm>
            <a:off x="1826325" y="3252475"/>
            <a:ext cx="5494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67" name="Google Shape;367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_1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0" name="Google Shape;370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371" name="Google Shape;371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4" name="Google Shape;374;p5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5" name="Google Shape;375;p5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6" name="Google Shape;376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9" name="Google Shape;379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_3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2" name="Google Shape;382;p6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3" name="Google Shape;383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_1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6" name="Google Shape;386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6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0" name="Google Shape;390;p6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1" name="Google Shape;391;p6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2" name="Google Shape;392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_1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395" name="Google Shape;395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98" name="Google Shape;398;p6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399" name="Google Shape;399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4" name="Google Shape;404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5" name="Google Shape;405;p6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6" name="Google Shape;406;p6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7" name="Google Shape;407;p6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8" name="Google Shape;408;p6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9" name="Google Shape;409;p6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6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3" name="Google Shape;413;p6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14" name="Google Shape;414;p6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8" name="Google Shape;418;p6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9" name="Google Shape;419;p6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20" name="Google Shape;420;p6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21" name="Google Shape;421;p6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2" name="Google Shape;422;p6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5" name="Google Shape;425;p7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26" name="Google Shape;426;p7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27" name="Google Shape;427;p70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28" name="Google Shape;428;p7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9" name="Google Shape;429;p70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0" name="Google Shape;430;p70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1" name="Google Shape;431;p70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4" name="Google Shape;434;p7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35" name="Google Shape;435;p7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36" name="Google Shape;436;p7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37" name="Google Shape;437;p7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38" name="Google Shape;438;p7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39" name="Google Shape;439;p7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0" name="Google Shape;440;p7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7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7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5" name="Google Shape;445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6" name="Google Shape;446;p7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7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9" name="Google Shape;449;p7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7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1" name="Google Shape;451;p7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2" name="Google Shape;452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3" name="Google Shape;453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4" name="Google Shape;454;p7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5" name="Google Shape;455;p7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7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8" name="Google Shape;458;p7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9" name="Google Shape;459;p7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7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1" name="Google Shape;461;p7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7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3" name="Google Shape;463;p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4" name="Google Shape;464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5" name="Google Shape;465;p7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6" name="Google Shape;466;p7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7" name="Google Shape;467;p7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7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3" name="Google Shape;473;p7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7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5" name="Google Shape;475;p7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7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7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8" name="Google Shape;478;p7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9" name="Google Shape;479;p7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0" name="Google Shape;480;p7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81" name="Google Shape;481;p7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82" name="Google Shape;482;p7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 type="secHead">
  <p:cSld name="SECTION_HEADER">
    <p:bg>
      <p:bgPr>
        <a:solidFill>
          <a:schemeClr val="lt1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4" name="Google Shape;484;p77"/>
          <p:cNvGrpSpPr/>
          <p:nvPr/>
        </p:nvGrpSpPr>
        <p:grpSpPr>
          <a:xfrm>
            <a:off x="75" y="256675"/>
            <a:ext cx="3798141" cy="1190474"/>
            <a:chOff x="75" y="256675"/>
            <a:chExt cx="3798141" cy="1190474"/>
          </a:xfrm>
        </p:grpSpPr>
        <p:sp>
          <p:nvSpPr>
            <p:cNvPr id="485" name="Google Shape;485;p77"/>
            <p:cNvSpPr/>
            <p:nvPr/>
          </p:nvSpPr>
          <p:spPr>
            <a:xfrm flipH="1" rot="10800000">
              <a:off x="75" y="256675"/>
              <a:ext cx="3798000" cy="1190400"/>
            </a:xfrm>
            <a:prstGeom prst="snip1Rect">
              <a:avLst>
                <a:gd fmla="val 3510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486" name="Google Shape;486;p77"/>
            <p:cNvSpPr/>
            <p:nvPr/>
          </p:nvSpPr>
          <p:spPr>
            <a:xfrm flipH="1" rot="-10795068">
              <a:off x="3380016" y="1028349"/>
              <a:ext cx="418200" cy="4185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 </a:t>
              </a:r>
              <a:endParaRPr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487" name="Google Shape;487;p77"/>
          <p:cNvSpPr txBox="1"/>
          <p:nvPr>
            <p:ph type="title"/>
          </p:nvPr>
        </p:nvSpPr>
        <p:spPr>
          <a:xfrm>
            <a:off x="333925" y="544250"/>
            <a:ext cx="3039900" cy="7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8" name="Google Shape;488;p77"/>
          <p:cNvSpPr txBox="1"/>
          <p:nvPr>
            <p:ph idx="1" type="subTitle"/>
          </p:nvPr>
        </p:nvSpPr>
        <p:spPr>
          <a:xfrm>
            <a:off x="1149126" y="2348550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489" name="Google Shape;489;p77"/>
          <p:cNvSpPr txBox="1"/>
          <p:nvPr>
            <p:ph idx="2" type="subTitle"/>
          </p:nvPr>
        </p:nvSpPr>
        <p:spPr>
          <a:xfrm>
            <a:off x="1149126" y="2802869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490" name="Google Shape;490;p77"/>
          <p:cNvSpPr txBox="1"/>
          <p:nvPr>
            <p:ph idx="3" type="subTitle"/>
          </p:nvPr>
        </p:nvSpPr>
        <p:spPr>
          <a:xfrm>
            <a:off x="1149126" y="3257187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491" name="Google Shape;491;p77"/>
          <p:cNvSpPr txBox="1"/>
          <p:nvPr>
            <p:ph idx="4" type="subTitle"/>
          </p:nvPr>
        </p:nvSpPr>
        <p:spPr>
          <a:xfrm>
            <a:off x="1149126" y="3711506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492" name="Google Shape;492;p77"/>
          <p:cNvSpPr txBox="1"/>
          <p:nvPr>
            <p:ph idx="5" type="subTitle"/>
          </p:nvPr>
        </p:nvSpPr>
        <p:spPr>
          <a:xfrm>
            <a:off x="1149126" y="4165824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493" name="Google Shape;493;p77"/>
          <p:cNvSpPr txBox="1"/>
          <p:nvPr>
            <p:ph idx="6" type="subTitle"/>
          </p:nvPr>
        </p:nvSpPr>
        <p:spPr>
          <a:xfrm>
            <a:off x="5327851" y="2348550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494" name="Google Shape;494;p77"/>
          <p:cNvSpPr txBox="1"/>
          <p:nvPr>
            <p:ph idx="7" type="subTitle"/>
          </p:nvPr>
        </p:nvSpPr>
        <p:spPr>
          <a:xfrm>
            <a:off x="5327851" y="2802869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495" name="Google Shape;495;p77"/>
          <p:cNvSpPr txBox="1"/>
          <p:nvPr>
            <p:ph idx="8" type="subTitle"/>
          </p:nvPr>
        </p:nvSpPr>
        <p:spPr>
          <a:xfrm>
            <a:off x="5327851" y="3257187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496" name="Google Shape;496;p77"/>
          <p:cNvSpPr txBox="1"/>
          <p:nvPr>
            <p:ph idx="9" type="subTitle"/>
          </p:nvPr>
        </p:nvSpPr>
        <p:spPr>
          <a:xfrm>
            <a:off x="5327851" y="3711506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497" name="Google Shape;497;p77"/>
          <p:cNvSpPr txBox="1"/>
          <p:nvPr>
            <p:ph idx="13" type="subTitle"/>
          </p:nvPr>
        </p:nvSpPr>
        <p:spPr>
          <a:xfrm>
            <a:off x="5327851" y="4165824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s" type="tx">
  <p:cSld name="TITLE_AND_BODY">
    <p:bg>
      <p:bgPr>
        <a:solidFill>
          <a:schemeClr val="lt1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78"/>
          <p:cNvSpPr/>
          <p:nvPr>
            <p:ph idx="2" type="pic"/>
          </p:nvPr>
        </p:nvSpPr>
        <p:spPr>
          <a:xfrm rot="299990">
            <a:off x="716131" y="2331244"/>
            <a:ext cx="3686628" cy="2455534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00" name="Google Shape;500;p78"/>
          <p:cNvSpPr/>
          <p:nvPr>
            <p:ph idx="3" type="pic"/>
          </p:nvPr>
        </p:nvSpPr>
        <p:spPr>
          <a:xfrm rot="-300269">
            <a:off x="4741294" y="2331368"/>
            <a:ext cx="3686654" cy="2455534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01" name="Google Shape;501;p78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2" name="Google Shape;502;p78"/>
          <p:cNvSpPr txBox="1"/>
          <p:nvPr>
            <p:ph idx="1" type="body"/>
          </p:nvPr>
        </p:nvSpPr>
        <p:spPr>
          <a:xfrm>
            <a:off x="333925" y="1163150"/>
            <a:ext cx="84756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503" name="Google Shape;503;p78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r">
              <a:buNone/>
              <a:defRPr/>
            </a:lvl1pPr>
            <a:lvl2pPr lvl="1" rtl="0" algn="r">
              <a:buNone/>
              <a:defRPr/>
            </a:lvl2pPr>
            <a:lvl3pPr lvl="2" rtl="0" algn="r">
              <a:buNone/>
              <a:defRPr/>
            </a:lvl3pPr>
            <a:lvl4pPr lvl="3" rtl="0" algn="r">
              <a:buNone/>
              <a:defRPr/>
            </a:lvl4pPr>
            <a:lvl5pPr lvl="4" rtl="0" algn="r">
              <a:buNone/>
              <a:defRPr/>
            </a:lvl5pPr>
            <a:lvl6pPr lvl="5" rtl="0" algn="r">
              <a:buNone/>
              <a:defRPr/>
            </a:lvl6pPr>
            <a:lvl7pPr lvl="6" rtl="0" algn="r">
              <a:buNone/>
              <a:defRPr/>
            </a:lvl7pPr>
            <a:lvl8pPr lvl="7" rtl="0" algn="r">
              <a:buNone/>
              <a:defRPr/>
            </a:lvl8pPr>
            <a:lvl9pPr lvl="8" rtl="0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4" name="Google Shape;504;p78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505" name="Google Shape;505;p78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">
  <p:cSld name="TITLE_AND_BODY_1">
    <p:bg>
      <p:bgPr>
        <a:solidFill>
          <a:schemeClr val="lt1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79"/>
          <p:cNvSpPr/>
          <p:nvPr>
            <p:ph idx="2" type="pic"/>
          </p:nvPr>
        </p:nvSpPr>
        <p:spPr>
          <a:xfrm rot="299990">
            <a:off x="716131" y="2331244"/>
            <a:ext cx="3686628" cy="2455534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08" name="Google Shape;508;p79"/>
          <p:cNvSpPr/>
          <p:nvPr>
            <p:ph idx="3" type="pic"/>
          </p:nvPr>
        </p:nvSpPr>
        <p:spPr>
          <a:xfrm rot="-300269">
            <a:off x="4741294" y="2331368"/>
            <a:ext cx="3686654" cy="2455534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09" name="Google Shape;509;p79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0" name="Google Shape;510;p79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r">
              <a:buNone/>
              <a:defRPr/>
            </a:lvl1pPr>
            <a:lvl2pPr lvl="1" rtl="0" algn="r">
              <a:buNone/>
              <a:defRPr/>
            </a:lvl2pPr>
            <a:lvl3pPr lvl="2" rtl="0" algn="r">
              <a:buNone/>
              <a:defRPr/>
            </a:lvl3pPr>
            <a:lvl4pPr lvl="3" rtl="0" algn="r">
              <a:buNone/>
              <a:defRPr/>
            </a:lvl4pPr>
            <a:lvl5pPr lvl="4" rtl="0" algn="r">
              <a:buNone/>
              <a:defRPr/>
            </a:lvl5pPr>
            <a:lvl6pPr lvl="5" rtl="0" algn="r">
              <a:buNone/>
              <a:defRPr/>
            </a:lvl6pPr>
            <a:lvl7pPr lvl="6" rtl="0" algn="r">
              <a:buNone/>
              <a:defRPr/>
            </a:lvl7pPr>
            <a:lvl8pPr lvl="7" rtl="0" algn="r">
              <a:buNone/>
              <a:defRPr/>
            </a:lvl8pPr>
            <a:lvl9pPr lvl="8" rtl="0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1" name="Google Shape;511;p79"/>
          <p:cNvSpPr txBox="1"/>
          <p:nvPr>
            <p:ph idx="1" type="subTitle"/>
          </p:nvPr>
        </p:nvSpPr>
        <p:spPr>
          <a:xfrm>
            <a:off x="381082" y="1182925"/>
            <a:ext cx="41490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512" name="Google Shape;512;p79"/>
          <p:cNvSpPr txBox="1"/>
          <p:nvPr>
            <p:ph idx="4" type="body"/>
          </p:nvPr>
        </p:nvSpPr>
        <p:spPr>
          <a:xfrm>
            <a:off x="381082" y="1521627"/>
            <a:ext cx="41490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513" name="Google Shape;513;p79"/>
          <p:cNvSpPr txBox="1"/>
          <p:nvPr>
            <p:ph idx="5" type="subTitle"/>
          </p:nvPr>
        </p:nvSpPr>
        <p:spPr>
          <a:xfrm>
            <a:off x="4566932" y="1182925"/>
            <a:ext cx="41490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514" name="Google Shape;514;p79"/>
          <p:cNvSpPr txBox="1"/>
          <p:nvPr>
            <p:ph idx="6" type="body"/>
          </p:nvPr>
        </p:nvSpPr>
        <p:spPr>
          <a:xfrm>
            <a:off x="4566932" y="1521627"/>
            <a:ext cx="41490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515" name="Google Shape;515;p79"/>
          <p:cNvSpPr txBox="1"/>
          <p:nvPr>
            <p:ph idx="7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516" name="Google Shape;516;p79"/>
          <p:cNvSpPr txBox="1"/>
          <p:nvPr>
            <p:ph idx="8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 type="twoColTx">
  <p:cSld name="TITLE_AND_TWO_COLUMNS">
    <p:bg>
      <p:bgPr>
        <a:solidFill>
          <a:schemeClr val="lt1"/>
        </a:soli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8" name="Google Shape;518;p80"/>
          <p:cNvGrpSpPr/>
          <p:nvPr/>
        </p:nvGrpSpPr>
        <p:grpSpPr>
          <a:xfrm>
            <a:off x="0" y="-444900"/>
            <a:ext cx="9144000" cy="5588500"/>
            <a:chOff x="0" y="-444900"/>
            <a:chExt cx="9144000" cy="5588500"/>
          </a:xfrm>
        </p:grpSpPr>
        <p:grpSp>
          <p:nvGrpSpPr>
            <p:cNvPr id="519" name="Google Shape;519;p80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520" name="Google Shape;520;p80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fmla="val 40868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521" name="Google Shape;521;p80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522" name="Google Shape;522;p80"/>
            <p:cNvSpPr/>
            <p:nvPr/>
          </p:nvSpPr>
          <p:spPr>
            <a:xfrm flipH="1" rot="4500068">
              <a:off x="7230762" y="-24804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523" name="Google Shape;523;p80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4" name="Google Shape;524;p80"/>
          <p:cNvSpPr txBox="1"/>
          <p:nvPr>
            <p:ph type="title"/>
          </p:nvPr>
        </p:nvSpPr>
        <p:spPr>
          <a:xfrm>
            <a:off x="2479675" y="1637413"/>
            <a:ext cx="4184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5" name="Google Shape;525;p80"/>
          <p:cNvSpPr txBox="1"/>
          <p:nvPr>
            <p:ph idx="1" type="body"/>
          </p:nvPr>
        </p:nvSpPr>
        <p:spPr>
          <a:xfrm>
            <a:off x="2479675" y="2291377"/>
            <a:ext cx="4184700" cy="22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6" name="Google Shape;526;p80"/>
          <p:cNvSpPr txBox="1"/>
          <p:nvPr>
            <p:ph idx="2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527" name="Google Shape;527;p80"/>
          <p:cNvSpPr txBox="1"/>
          <p:nvPr>
            <p:ph idx="3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" type="titleOnly">
  <p:cSld name="TITLE_ONLY">
    <p:bg>
      <p:bgPr>
        <a:solidFill>
          <a:schemeClr val="lt1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81"/>
          <p:cNvSpPr/>
          <p:nvPr>
            <p:ph idx="2" type="pic"/>
          </p:nvPr>
        </p:nvSpPr>
        <p:spPr>
          <a:xfrm rot="299866">
            <a:off x="764484" y="2679783"/>
            <a:ext cx="1938771" cy="1938771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30" name="Google Shape;530;p81"/>
          <p:cNvSpPr/>
          <p:nvPr>
            <p:ph idx="3" type="pic"/>
          </p:nvPr>
        </p:nvSpPr>
        <p:spPr>
          <a:xfrm rot="-299913">
            <a:off x="3602840" y="2620826"/>
            <a:ext cx="1938472" cy="1938472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31" name="Google Shape;531;p81"/>
          <p:cNvSpPr/>
          <p:nvPr>
            <p:ph idx="4" type="pic"/>
          </p:nvPr>
        </p:nvSpPr>
        <p:spPr>
          <a:xfrm rot="299913">
            <a:off x="6440891" y="2679947"/>
            <a:ext cx="1938472" cy="1938472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32" name="Google Shape;532;p81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3" name="Google Shape;533;p81"/>
          <p:cNvSpPr txBox="1"/>
          <p:nvPr>
            <p:ph idx="1" type="subTitle"/>
          </p:nvPr>
        </p:nvSpPr>
        <p:spPr>
          <a:xfrm>
            <a:off x="381063" y="1182922"/>
            <a:ext cx="27054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534" name="Google Shape;534;p81"/>
          <p:cNvSpPr txBox="1"/>
          <p:nvPr>
            <p:ph idx="5" type="body"/>
          </p:nvPr>
        </p:nvSpPr>
        <p:spPr>
          <a:xfrm>
            <a:off x="381063" y="1521625"/>
            <a:ext cx="27054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535" name="Google Shape;535;p81"/>
          <p:cNvSpPr txBox="1"/>
          <p:nvPr>
            <p:ph idx="6" type="subTitle"/>
          </p:nvPr>
        </p:nvSpPr>
        <p:spPr>
          <a:xfrm>
            <a:off x="3219300" y="1182922"/>
            <a:ext cx="27054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536" name="Google Shape;536;p81"/>
          <p:cNvSpPr txBox="1"/>
          <p:nvPr>
            <p:ph idx="7" type="body"/>
          </p:nvPr>
        </p:nvSpPr>
        <p:spPr>
          <a:xfrm>
            <a:off x="3219300" y="1521625"/>
            <a:ext cx="27054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537" name="Google Shape;537;p81"/>
          <p:cNvSpPr txBox="1"/>
          <p:nvPr>
            <p:ph idx="8" type="subTitle"/>
          </p:nvPr>
        </p:nvSpPr>
        <p:spPr>
          <a:xfrm>
            <a:off x="6057538" y="1182922"/>
            <a:ext cx="27054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538" name="Google Shape;538;p81"/>
          <p:cNvSpPr txBox="1"/>
          <p:nvPr>
            <p:ph idx="9" type="body"/>
          </p:nvPr>
        </p:nvSpPr>
        <p:spPr>
          <a:xfrm>
            <a:off x="6057538" y="1521625"/>
            <a:ext cx="27054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539" name="Google Shape;539;p81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0" name="Google Shape;540;p81"/>
          <p:cNvSpPr txBox="1"/>
          <p:nvPr>
            <p:ph idx="1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541" name="Google Shape;541;p81"/>
          <p:cNvSpPr txBox="1"/>
          <p:nvPr>
            <p:ph idx="1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 1">
  <p:cSld name="ONE_COLUMN_TEXT">
    <p:bg>
      <p:bgPr>
        <a:solidFill>
          <a:schemeClr val="lt1"/>
        </a:solid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82"/>
          <p:cNvSpPr/>
          <p:nvPr>
            <p:ph idx="2" type="pic"/>
          </p:nvPr>
        </p:nvSpPr>
        <p:spPr>
          <a:xfrm>
            <a:off x="434125" y="2147825"/>
            <a:ext cx="8275200" cy="2679300"/>
          </a:xfrm>
          <a:prstGeom prst="snip1Rect">
            <a:avLst>
              <a:gd fmla="val 29467" name="adj"/>
            </a:avLst>
          </a:prstGeom>
          <a:noFill/>
          <a:ln>
            <a:noFill/>
          </a:ln>
        </p:spPr>
      </p:sp>
      <p:sp>
        <p:nvSpPr>
          <p:cNvPr id="544" name="Google Shape;544;p82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5" name="Google Shape;545;p82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6" name="Google Shape;546;p82"/>
          <p:cNvSpPr txBox="1"/>
          <p:nvPr>
            <p:ph idx="1" type="body"/>
          </p:nvPr>
        </p:nvSpPr>
        <p:spPr>
          <a:xfrm>
            <a:off x="333925" y="1163150"/>
            <a:ext cx="84756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547" name="Google Shape;547;p82"/>
          <p:cNvSpPr txBox="1"/>
          <p:nvPr>
            <p:ph idx="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548" name="Google Shape;548;p82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73">
          <p15:clr>
            <a:srgbClr val="E46962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active pop-up left">
  <p:cSld name="ONE_COLUMN_TEXT_1">
    <p:bg>
      <p:bgPr>
        <a:solidFill>
          <a:schemeClr val="lt1"/>
        </a:solidFill>
      </p:bgPr>
    </p:bg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0" name="Google Shape;550;p83"/>
          <p:cNvGrpSpPr/>
          <p:nvPr/>
        </p:nvGrpSpPr>
        <p:grpSpPr>
          <a:xfrm>
            <a:off x="433788" y="1202208"/>
            <a:ext cx="2632899" cy="904617"/>
            <a:chOff x="433788" y="1202208"/>
            <a:chExt cx="2632899" cy="904617"/>
          </a:xfrm>
        </p:grpSpPr>
        <p:sp>
          <p:nvSpPr>
            <p:cNvPr id="551" name="Google Shape;551;p83"/>
            <p:cNvSpPr/>
            <p:nvPr/>
          </p:nvSpPr>
          <p:spPr>
            <a:xfrm>
              <a:off x="433788" y="1202325"/>
              <a:ext cx="2632800" cy="904500"/>
            </a:xfrm>
            <a:prstGeom prst="snip1Rect">
              <a:avLst>
                <a:gd fmla="val 3510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52" name="Google Shape;552;p83"/>
            <p:cNvSpPr/>
            <p:nvPr/>
          </p:nvSpPr>
          <p:spPr>
            <a:xfrm rot="-6523">
              <a:off x="2750486" y="1202508"/>
              <a:ext cx="316201" cy="3180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 </a:t>
              </a:r>
              <a:endParaRPr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553" name="Google Shape;553;p83"/>
          <p:cNvSpPr txBox="1"/>
          <p:nvPr>
            <p:ph idx="1" type="subTitle"/>
          </p:nvPr>
        </p:nvSpPr>
        <p:spPr>
          <a:xfrm>
            <a:off x="437000" y="1202200"/>
            <a:ext cx="23229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554" name="Google Shape;554;p83"/>
          <p:cNvSpPr txBox="1"/>
          <p:nvPr>
            <p:ph idx="2" type="body"/>
          </p:nvPr>
        </p:nvSpPr>
        <p:spPr>
          <a:xfrm>
            <a:off x="437000" y="1460325"/>
            <a:ext cx="26328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5" name="Google Shape;555;p83"/>
          <p:cNvSpPr/>
          <p:nvPr>
            <p:ph idx="3" type="pic"/>
          </p:nvPr>
        </p:nvSpPr>
        <p:spPr>
          <a:xfrm>
            <a:off x="434125" y="2147825"/>
            <a:ext cx="8275200" cy="2679300"/>
          </a:xfrm>
          <a:prstGeom prst="snip1Rect">
            <a:avLst>
              <a:gd fmla="val 29467" name="adj"/>
            </a:avLst>
          </a:prstGeom>
          <a:noFill/>
          <a:ln>
            <a:noFill/>
          </a:ln>
        </p:spPr>
      </p:sp>
      <p:sp>
        <p:nvSpPr>
          <p:cNvPr id="556" name="Google Shape;556;p83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7" name="Google Shape;557;p83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8" name="Google Shape;558;p83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559" name="Google Shape;559;p83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73">
          <p15:clr>
            <a:srgbClr val="E46962"/>
          </p15:clr>
        </p15:guide>
        <p15:guide id="2" orient="horz" pos="1353">
          <p15:clr>
            <a:srgbClr val="E46962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active pop-up middle">
  <p:cSld name="ONE_COLUMN_TEXT_1_2">
    <p:bg>
      <p:bgPr>
        <a:solidFill>
          <a:schemeClr val="lt1"/>
        </a:solidFill>
      </p:bgPr>
    </p:bg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1" name="Google Shape;561;p84"/>
          <p:cNvGrpSpPr/>
          <p:nvPr/>
        </p:nvGrpSpPr>
        <p:grpSpPr>
          <a:xfrm>
            <a:off x="3253950" y="1202208"/>
            <a:ext cx="2632899" cy="904617"/>
            <a:chOff x="3253950" y="1202208"/>
            <a:chExt cx="2632899" cy="904617"/>
          </a:xfrm>
        </p:grpSpPr>
        <p:sp>
          <p:nvSpPr>
            <p:cNvPr id="562" name="Google Shape;562;p84"/>
            <p:cNvSpPr/>
            <p:nvPr/>
          </p:nvSpPr>
          <p:spPr>
            <a:xfrm>
              <a:off x="3253950" y="1202325"/>
              <a:ext cx="2632800" cy="904500"/>
            </a:xfrm>
            <a:prstGeom prst="snip1Rect">
              <a:avLst>
                <a:gd fmla="val 351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563" name="Google Shape;563;p84"/>
            <p:cNvSpPr/>
            <p:nvPr/>
          </p:nvSpPr>
          <p:spPr>
            <a:xfrm rot="-6523">
              <a:off x="5570649" y="1202508"/>
              <a:ext cx="316201" cy="3180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 </a:t>
              </a:r>
              <a:endParaRPr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564" name="Google Shape;564;p84"/>
          <p:cNvSpPr txBox="1"/>
          <p:nvPr>
            <p:ph idx="1" type="subTitle"/>
          </p:nvPr>
        </p:nvSpPr>
        <p:spPr>
          <a:xfrm>
            <a:off x="3257163" y="1202200"/>
            <a:ext cx="23229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565" name="Google Shape;565;p84"/>
          <p:cNvSpPr txBox="1"/>
          <p:nvPr>
            <p:ph idx="2" type="body"/>
          </p:nvPr>
        </p:nvSpPr>
        <p:spPr>
          <a:xfrm>
            <a:off x="3257163" y="1460325"/>
            <a:ext cx="26328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6" name="Google Shape;566;p84"/>
          <p:cNvSpPr/>
          <p:nvPr>
            <p:ph idx="3" type="pic"/>
          </p:nvPr>
        </p:nvSpPr>
        <p:spPr>
          <a:xfrm>
            <a:off x="434125" y="2147825"/>
            <a:ext cx="8275200" cy="2679300"/>
          </a:xfrm>
          <a:prstGeom prst="snip1Rect">
            <a:avLst>
              <a:gd fmla="val 29467" name="adj"/>
            </a:avLst>
          </a:prstGeom>
          <a:noFill/>
          <a:ln>
            <a:noFill/>
          </a:ln>
        </p:spPr>
      </p:sp>
      <p:sp>
        <p:nvSpPr>
          <p:cNvPr id="567" name="Google Shape;567;p84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8" name="Google Shape;568;p84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9" name="Google Shape;569;p84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570" name="Google Shape;570;p84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active pop-up right, long text">
  <p:cSld name="ONE_COLUMN_TEXT_1_1">
    <p:bg>
      <p:bgPr>
        <a:solidFill>
          <a:schemeClr val="lt1"/>
        </a:solidFill>
      </p:bgPr>
    </p:bg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85"/>
          <p:cNvSpPr/>
          <p:nvPr/>
        </p:nvSpPr>
        <p:spPr>
          <a:xfrm>
            <a:off x="3253825" y="1202325"/>
            <a:ext cx="5453100" cy="904500"/>
          </a:xfrm>
          <a:prstGeom prst="snip1Rect">
            <a:avLst>
              <a:gd fmla="val 3501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573" name="Google Shape;573;p85"/>
          <p:cNvSpPr txBox="1"/>
          <p:nvPr>
            <p:ph idx="1" type="subTitle"/>
          </p:nvPr>
        </p:nvSpPr>
        <p:spPr>
          <a:xfrm>
            <a:off x="3253950" y="1202200"/>
            <a:ext cx="51369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574" name="Google Shape;574;p85"/>
          <p:cNvSpPr/>
          <p:nvPr>
            <p:ph idx="2" type="pic"/>
          </p:nvPr>
        </p:nvSpPr>
        <p:spPr>
          <a:xfrm>
            <a:off x="434125" y="2147825"/>
            <a:ext cx="8275200" cy="2679300"/>
          </a:xfrm>
          <a:prstGeom prst="snip1Rect">
            <a:avLst>
              <a:gd fmla="val 29467" name="adj"/>
            </a:avLst>
          </a:prstGeom>
          <a:noFill/>
          <a:ln>
            <a:noFill/>
          </a:ln>
        </p:spPr>
      </p:sp>
      <p:sp>
        <p:nvSpPr>
          <p:cNvPr id="575" name="Google Shape;575;p85"/>
          <p:cNvSpPr txBox="1"/>
          <p:nvPr>
            <p:ph idx="3" type="body"/>
          </p:nvPr>
        </p:nvSpPr>
        <p:spPr>
          <a:xfrm>
            <a:off x="3253950" y="1460325"/>
            <a:ext cx="54531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6" name="Google Shape;576;p85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7" name="Google Shape;577;p85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8" name="Google Shape;578;p85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579" name="Google Shape;579;p85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580" name="Google Shape;580;p85"/>
          <p:cNvSpPr/>
          <p:nvPr/>
        </p:nvSpPr>
        <p:spPr>
          <a:xfrm rot="-6523">
            <a:off x="8390811" y="1202508"/>
            <a:ext cx="316201" cy="318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endParaRPr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CUSTOM">
    <p:bg>
      <p:bgPr>
        <a:solidFill>
          <a:schemeClr val="lt1"/>
        </a:solid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2" name="Google Shape;582;p86"/>
          <p:cNvGrpSpPr/>
          <p:nvPr/>
        </p:nvGrpSpPr>
        <p:grpSpPr>
          <a:xfrm>
            <a:off x="0" y="-444900"/>
            <a:ext cx="9144000" cy="5588500"/>
            <a:chOff x="0" y="-444900"/>
            <a:chExt cx="9144000" cy="5588500"/>
          </a:xfrm>
        </p:grpSpPr>
        <p:grpSp>
          <p:nvGrpSpPr>
            <p:cNvPr id="583" name="Google Shape;583;p86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584" name="Google Shape;584;p86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fmla="val 40868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585" name="Google Shape;585;p86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586" name="Google Shape;586;p86"/>
            <p:cNvSpPr/>
            <p:nvPr/>
          </p:nvSpPr>
          <p:spPr>
            <a:xfrm flipH="1" rot="4500068">
              <a:off x="7230762" y="-24804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587" name="Google Shape;587;p86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8" name="Google Shape;588;p86"/>
          <p:cNvSpPr txBox="1"/>
          <p:nvPr>
            <p:ph type="title"/>
          </p:nvPr>
        </p:nvSpPr>
        <p:spPr>
          <a:xfrm>
            <a:off x="2479675" y="1637413"/>
            <a:ext cx="4184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9" name="Google Shape;589;p86"/>
          <p:cNvSpPr txBox="1"/>
          <p:nvPr>
            <p:ph idx="1" type="body"/>
          </p:nvPr>
        </p:nvSpPr>
        <p:spPr>
          <a:xfrm>
            <a:off x="2479675" y="2291377"/>
            <a:ext cx="4184700" cy="22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0" name="Google Shape;590;p86"/>
          <p:cNvSpPr txBox="1"/>
          <p:nvPr>
            <p:ph idx="2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591" name="Google Shape;591;p86"/>
          <p:cNvSpPr txBox="1"/>
          <p:nvPr>
            <p:ph idx="3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 2">
  <p:cSld name="MAIN_POINT">
    <p:bg>
      <p:bgPr>
        <a:solidFill>
          <a:schemeClr val="lt1"/>
        </a:soli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87"/>
          <p:cNvSpPr/>
          <p:nvPr>
            <p:ph idx="2" type="pic"/>
          </p:nvPr>
        </p:nvSpPr>
        <p:spPr>
          <a:xfrm rot="300107">
            <a:off x="4903200" y="846465"/>
            <a:ext cx="3950142" cy="3456249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94" name="Google Shape;594;p87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5" name="Google Shape;595;p87"/>
          <p:cNvSpPr txBox="1"/>
          <p:nvPr>
            <p:ph type="title"/>
          </p:nvPr>
        </p:nvSpPr>
        <p:spPr>
          <a:xfrm>
            <a:off x="333925" y="1249533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6" name="Google Shape;596;p87"/>
          <p:cNvSpPr txBox="1"/>
          <p:nvPr>
            <p:ph idx="1" type="body"/>
          </p:nvPr>
        </p:nvSpPr>
        <p:spPr>
          <a:xfrm>
            <a:off x="333925" y="2291390"/>
            <a:ext cx="36621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597" name="Google Shape;597;p87"/>
          <p:cNvSpPr txBox="1"/>
          <p:nvPr>
            <p:ph idx="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598" name="Google Shape;598;p87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 3">
  <p:cSld name="MAIN_POINT_1">
    <p:bg>
      <p:bgPr>
        <a:solidFill>
          <a:schemeClr val="lt1"/>
        </a:solidFill>
      </p:bgPr>
    </p:bg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88"/>
          <p:cNvSpPr/>
          <p:nvPr>
            <p:ph idx="2" type="pic"/>
          </p:nvPr>
        </p:nvSpPr>
        <p:spPr>
          <a:xfrm rot="-300067">
            <a:off x="550589" y="883785"/>
            <a:ext cx="3630622" cy="3658027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01" name="Google Shape;601;p88"/>
          <p:cNvSpPr txBox="1"/>
          <p:nvPr>
            <p:ph idx="12" type="sldNum"/>
          </p:nvPr>
        </p:nvSpPr>
        <p:spPr>
          <a:xfrm>
            <a:off x="8318025" y="20555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2" name="Google Shape;602;p88"/>
          <p:cNvSpPr txBox="1"/>
          <p:nvPr>
            <p:ph type="title"/>
          </p:nvPr>
        </p:nvSpPr>
        <p:spPr>
          <a:xfrm>
            <a:off x="5204625" y="1249533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3" name="Google Shape;603;p88"/>
          <p:cNvSpPr txBox="1"/>
          <p:nvPr>
            <p:ph idx="1" type="body"/>
          </p:nvPr>
        </p:nvSpPr>
        <p:spPr>
          <a:xfrm>
            <a:off x="5204625" y="2291390"/>
            <a:ext cx="36621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604" name="Google Shape;604;p88"/>
          <p:cNvSpPr txBox="1"/>
          <p:nvPr>
            <p:ph idx="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605" name="Google Shape;605;p88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s and descriptions">
  <p:cSld name="SECTION_TITLE_AND_DESCRIPTION">
    <p:bg>
      <p:bgPr>
        <a:solidFill>
          <a:schemeClr val="lt1"/>
        </a:solidFill>
      </p:bgPr>
    </p:bg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89"/>
          <p:cNvSpPr/>
          <p:nvPr>
            <p:ph idx="2" type="pic"/>
          </p:nvPr>
        </p:nvSpPr>
        <p:spPr>
          <a:xfrm>
            <a:off x="3544863" y="1543050"/>
            <a:ext cx="2057400" cy="2057400"/>
          </a:xfrm>
          <a:prstGeom prst="snip1Rect">
            <a:avLst>
              <a:gd fmla="val 24426" name="adj"/>
            </a:avLst>
          </a:prstGeom>
          <a:noFill/>
          <a:ln>
            <a:noFill/>
          </a:ln>
        </p:spPr>
      </p:sp>
      <p:sp>
        <p:nvSpPr>
          <p:cNvPr id="608" name="Google Shape;608;p89"/>
          <p:cNvSpPr/>
          <p:nvPr>
            <p:ph idx="3" type="pic"/>
          </p:nvPr>
        </p:nvSpPr>
        <p:spPr>
          <a:xfrm>
            <a:off x="6658538" y="1543050"/>
            <a:ext cx="2057400" cy="2057400"/>
          </a:xfrm>
          <a:prstGeom prst="snip1Rect">
            <a:avLst>
              <a:gd fmla="val 24426" name="adj"/>
            </a:avLst>
          </a:prstGeom>
          <a:noFill/>
          <a:ln>
            <a:noFill/>
          </a:ln>
        </p:spPr>
      </p:sp>
      <p:sp>
        <p:nvSpPr>
          <p:cNvPr id="609" name="Google Shape;609;p89"/>
          <p:cNvSpPr/>
          <p:nvPr>
            <p:ph idx="4" type="pic"/>
          </p:nvPr>
        </p:nvSpPr>
        <p:spPr>
          <a:xfrm>
            <a:off x="431200" y="1543050"/>
            <a:ext cx="2057400" cy="2057400"/>
          </a:xfrm>
          <a:prstGeom prst="snip1Rect">
            <a:avLst>
              <a:gd fmla="val 24426" name="adj"/>
            </a:avLst>
          </a:prstGeom>
          <a:noFill/>
          <a:ln>
            <a:noFill/>
          </a:ln>
        </p:spPr>
      </p:sp>
      <p:sp>
        <p:nvSpPr>
          <p:cNvPr id="610" name="Google Shape;610;p89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1" name="Google Shape;611;p89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89"/>
          <p:cNvSpPr txBox="1"/>
          <p:nvPr>
            <p:ph idx="1" type="subTitle"/>
          </p:nvPr>
        </p:nvSpPr>
        <p:spPr>
          <a:xfrm>
            <a:off x="381100" y="3676650"/>
            <a:ext cx="21075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613" name="Google Shape;613;p89"/>
          <p:cNvSpPr txBox="1"/>
          <p:nvPr>
            <p:ph idx="5" type="subTitle"/>
          </p:nvPr>
        </p:nvSpPr>
        <p:spPr>
          <a:xfrm>
            <a:off x="3494775" y="3676650"/>
            <a:ext cx="21075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614" name="Google Shape;614;p89"/>
          <p:cNvSpPr txBox="1"/>
          <p:nvPr>
            <p:ph idx="6" type="subTitle"/>
          </p:nvPr>
        </p:nvSpPr>
        <p:spPr>
          <a:xfrm>
            <a:off x="6608438" y="3676650"/>
            <a:ext cx="21075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615" name="Google Shape;615;p89"/>
          <p:cNvSpPr txBox="1"/>
          <p:nvPr>
            <p:ph idx="7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616" name="Google Shape;616;p89"/>
          <p:cNvSpPr txBox="1"/>
          <p:nvPr>
            <p:ph idx="8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wo column bullet points">
  <p:cSld name="CAPTION_ONLY">
    <p:bg>
      <p:bgPr>
        <a:solidFill>
          <a:schemeClr val="lt1"/>
        </a:solidFill>
      </p:bgPr>
    </p:bg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8" name="Google Shape;618;p90"/>
          <p:cNvGrpSpPr/>
          <p:nvPr/>
        </p:nvGrpSpPr>
        <p:grpSpPr>
          <a:xfrm>
            <a:off x="0" y="-444900"/>
            <a:ext cx="9144000" cy="5588500"/>
            <a:chOff x="0" y="-444900"/>
            <a:chExt cx="9144000" cy="5588500"/>
          </a:xfrm>
        </p:grpSpPr>
        <p:grpSp>
          <p:nvGrpSpPr>
            <p:cNvPr id="619" name="Google Shape;619;p90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620" name="Google Shape;620;p90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fmla="val 40868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621" name="Google Shape;621;p90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622" name="Google Shape;622;p90"/>
            <p:cNvSpPr/>
            <p:nvPr/>
          </p:nvSpPr>
          <p:spPr>
            <a:xfrm flipH="1" rot="4500068">
              <a:off x="7230762" y="-24804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623" name="Google Shape;623;p90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4" name="Google Shape;624;p90"/>
          <p:cNvSpPr txBox="1"/>
          <p:nvPr>
            <p:ph type="title"/>
          </p:nvPr>
        </p:nvSpPr>
        <p:spPr>
          <a:xfrm>
            <a:off x="333925" y="1249513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5" name="Google Shape;625;p90"/>
          <p:cNvSpPr txBox="1"/>
          <p:nvPr>
            <p:ph idx="1" type="body"/>
          </p:nvPr>
        </p:nvSpPr>
        <p:spPr>
          <a:xfrm>
            <a:off x="333925" y="2291377"/>
            <a:ext cx="3662100" cy="20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6" name="Google Shape;626;p90"/>
          <p:cNvSpPr txBox="1"/>
          <p:nvPr>
            <p:ph idx="2" type="body"/>
          </p:nvPr>
        </p:nvSpPr>
        <p:spPr>
          <a:xfrm>
            <a:off x="4595076" y="2291377"/>
            <a:ext cx="3662100" cy="20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7" name="Google Shape;627;p90"/>
          <p:cNvSpPr txBox="1"/>
          <p:nvPr>
            <p:ph idx="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628" name="Google Shape;628;p90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eck for understanding">
  <p:cSld name="CAPTION_ONLY_1">
    <p:bg>
      <p:bgPr>
        <a:solidFill>
          <a:schemeClr val="lt1"/>
        </a:solidFill>
      </p:bgPr>
    </p:bg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0" name="Google Shape;630;p91"/>
          <p:cNvGrpSpPr/>
          <p:nvPr/>
        </p:nvGrpSpPr>
        <p:grpSpPr>
          <a:xfrm>
            <a:off x="0" y="-444900"/>
            <a:ext cx="9144000" cy="5588500"/>
            <a:chOff x="0" y="-444900"/>
            <a:chExt cx="9144000" cy="5588500"/>
          </a:xfrm>
        </p:grpSpPr>
        <p:sp>
          <p:nvSpPr>
            <p:cNvPr id="631" name="Google Shape;631;p91"/>
            <p:cNvSpPr/>
            <p:nvPr/>
          </p:nvSpPr>
          <p:spPr>
            <a:xfrm>
              <a:off x="0" y="100"/>
              <a:ext cx="9144000" cy="5143500"/>
            </a:xfrm>
            <a:prstGeom prst="snip1Rect">
              <a:avLst>
                <a:gd fmla="val 4086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32" name="Google Shape;632;p91"/>
            <p:cNvSpPr/>
            <p:nvPr/>
          </p:nvSpPr>
          <p:spPr>
            <a:xfrm rot="10800000">
              <a:off x="7036475" y="1219850"/>
              <a:ext cx="2107500" cy="186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633" name="Google Shape;633;p91"/>
            <p:cNvSpPr/>
            <p:nvPr/>
          </p:nvSpPr>
          <p:spPr>
            <a:xfrm flipH="1" rot="4500068">
              <a:off x="7230762" y="-24804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634" name="Google Shape;634;p91"/>
          <p:cNvSpPr txBox="1"/>
          <p:nvPr>
            <p:ph idx="1" type="body"/>
          </p:nvPr>
        </p:nvSpPr>
        <p:spPr>
          <a:xfrm>
            <a:off x="333925" y="3630575"/>
            <a:ext cx="67908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5" name="Google Shape;635;p91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6" name="Google Shape;636;p91"/>
          <p:cNvSpPr txBox="1"/>
          <p:nvPr>
            <p:ph type="title"/>
          </p:nvPr>
        </p:nvSpPr>
        <p:spPr>
          <a:xfrm>
            <a:off x="333925" y="1249513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7" name="Google Shape;637;p91"/>
          <p:cNvSpPr txBox="1"/>
          <p:nvPr>
            <p:ph idx="2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638" name="Google Shape;638;p91"/>
          <p:cNvSpPr txBox="1"/>
          <p:nvPr>
            <p:ph idx="3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639" name="Google Shape;639;p91"/>
          <p:cNvSpPr txBox="1"/>
          <p:nvPr>
            <p:ph idx="4" type="body"/>
          </p:nvPr>
        </p:nvSpPr>
        <p:spPr>
          <a:xfrm>
            <a:off x="333925" y="3184176"/>
            <a:ext cx="67908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0" name="Google Shape;640;p91"/>
          <p:cNvSpPr txBox="1"/>
          <p:nvPr>
            <p:ph idx="5" type="body"/>
          </p:nvPr>
        </p:nvSpPr>
        <p:spPr>
          <a:xfrm>
            <a:off x="333925" y="2737776"/>
            <a:ext cx="67908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1" name="Google Shape;641;p91"/>
          <p:cNvSpPr txBox="1"/>
          <p:nvPr>
            <p:ph idx="6" type="body"/>
          </p:nvPr>
        </p:nvSpPr>
        <p:spPr>
          <a:xfrm>
            <a:off x="333925" y="2291377"/>
            <a:ext cx="67908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ype">
  <p:cSld name="BIG_NUMBER">
    <p:bg>
      <p:bgPr>
        <a:solidFill>
          <a:schemeClr val="lt2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92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4" name="Google Shape;644;p92"/>
          <p:cNvSpPr txBox="1"/>
          <p:nvPr/>
        </p:nvSpPr>
        <p:spPr>
          <a:xfrm>
            <a:off x="2479675" y="2285400"/>
            <a:ext cx="418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Questions?</a:t>
            </a:r>
            <a:endParaRPr sz="2800">
              <a:solidFill>
                <a:schemeClr val="lt1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grpSp>
        <p:nvGrpSpPr>
          <p:cNvPr id="645" name="Google Shape;645;p92"/>
          <p:cNvGrpSpPr/>
          <p:nvPr/>
        </p:nvGrpSpPr>
        <p:grpSpPr>
          <a:xfrm rot="300150">
            <a:off x="1277165" y="536719"/>
            <a:ext cx="6594752" cy="4068617"/>
            <a:chOff x="1277284" y="536521"/>
            <a:chExt cx="6594691" cy="4068580"/>
          </a:xfrm>
        </p:grpSpPr>
        <p:grpSp>
          <p:nvGrpSpPr>
            <p:cNvPr id="646" name="Google Shape;646;p92"/>
            <p:cNvGrpSpPr/>
            <p:nvPr/>
          </p:nvGrpSpPr>
          <p:grpSpPr>
            <a:xfrm>
              <a:off x="1277284" y="891662"/>
              <a:ext cx="6594077" cy="3357715"/>
              <a:chOff x="1277284" y="891662"/>
              <a:chExt cx="6594077" cy="3357715"/>
            </a:xfrm>
          </p:grpSpPr>
          <p:sp>
            <p:nvSpPr>
              <p:cNvPr id="647" name="Google Shape;647;p92"/>
              <p:cNvSpPr/>
              <p:nvPr/>
            </p:nvSpPr>
            <p:spPr>
              <a:xfrm rot="-2190">
                <a:off x="6458566" y="1876325"/>
                <a:ext cx="1412700" cy="1390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648" name="Google Shape;648;p92"/>
              <p:cNvSpPr/>
              <p:nvPr/>
            </p:nvSpPr>
            <p:spPr>
              <a:xfrm flipH="1" rot="-2453">
                <a:off x="1277283" y="893727"/>
                <a:ext cx="4625401" cy="3354000"/>
              </a:xfrm>
              <a:prstGeom prst="snip1Rect">
                <a:avLst>
                  <a:gd fmla="val 49693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649" name="Google Shape;649;p92"/>
              <p:cNvSpPr/>
              <p:nvPr/>
            </p:nvSpPr>
            <p:spPr>
              <a:xfrm flipH="1" rot="10797547">
                <a:off x="3245660" y="893312"/>
                <a:ext cx="4625701" cy="3354000"/>
              </a:xfrm>
              <a:prstGeom prst="snip1Rect">
                <a:avLst>
                  <a:gd fmla="val 49663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650" name="Google Shape;650;p92"/>
              <p:cNvSpPr/>
              <p:nvPr/>
            </p:nvSpPr>
            <p:spPr>
              <a:xfrm rot="-2190">
                <a:off x="1277395" y="1877958"/>
                <a:ext cx="1412700" cy="1390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651" name="Google Shape;651;p92"/>
            <p:cNvSpPr/>
            <p:nvPr/>
          </p:nvSpPr>
          <p:spPr>
            <a:xfrm rot="-4517241">
              <a:off x="1416960" y="705331"/>
              <a:ext cx="1386770" cy="136158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  <p:sp>
          <p:nvSpPr>
            <p:cNvPr id="652" name="Google Shape;652;p92"/>
            <p:cNvSpPr/>
            <p:nvPr/>
          </p:nvSpPr>
          <p:spPr>
            <a:xfrm rot="6281922">
              <a:off x="6346470" y="3074659"/>
              <a:ext cx="1384510" cy="1363185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653" name="Google Shape;653;p92"/>
          <p:cNvSpPr txBox="1"/>
          <p:nvPr>
            <p:ph type="title"/>
          </p:nvPr>
        </p:nvSpPr>
        <p:spPr>
          <a:xfrm>
            <a:off x="2479675" y="2285400"/>
            <a:ext cx="4184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4" name="Google Shape;654;p92"/>
          <p:cNvSpPr txBox="1"/>
          <p:nvPr>
            <p:ph idx="1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655" name="Google Shape;655;p92"/>
          <p:cNvSpPr txBox="1"/>
          <p:nvPr>
            <p:ph idx="2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 type="blank">
  <p:cSld name="BLANK">
    <p:bg>
      <p:bgPr>
        <a:solidFill>
          <a:schemeClr val="lt1"/>
        </a:solidFill>
      </p:bgPr>
    </p:bg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93"/>
          <p:cNvSpPr txBox="1"/>
          <p:nvPr>
            <p:ph idx="12" type="sldNum"/>
          </p:nvPr>
        </p:nvSpPr>
        <p:spPr>
          <a:xfrm>
            <a:off x="8318025" y="20555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8" name="Google Shape;658;p93"/>
          <p:cNvSpPr txBox="1"/>
          <p:nvPr>
            <p:ph idx="1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659" name="Google Shape;659;p93"/>
          <p:cNvSpPr txBox="1"/>
          <p:nvPr>
            <p:ph idx="2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54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8.xml"/><Relationship Id="rId6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0.xml"/><Relationship Id="rId8" Type="http://schemas.openxmlformats.org/officeDocument/2006/relationships/slideLayout" Target="../slideLayouts/slideLayout61.xml"/><Relationship Id="rId31" Type="http://schemas.openxmlformats.org/officeDocument/2006/relationships/slideLayout" Target="../slideLayouts/slideLayout84.xml"/><Relationship Id="rId30" Type="http://schemas.openxmlformats.org/officeDocument/2006/relationships/slideLayout" Target="../slideLayouts/slideLayout83.xml"/><Relationship Id="rId33" Type="http://schemas.openxmlformats.org/officeDocument/2006/relationships/slideLayout" Target="../slideLayouts/slideLayout86.xml"/><Relationship Id="rId32" Type="http://schemas.openxmlformats.org/officeDocument/2006/relationships/slideLayout" Target="../slideLayouts/slideLayout85.xml"/><Relationship Id="rId35" Type="http://schemas.openxmlformats.org/officeDocument/2006/relationships/slideLayout" Target="../slideLayouts/slideLayout88.xml"/><Relationship Id="rId34" Type="http://schemas.openxmlformats.org/officeDocument/2006/relationships/slideLayout" Target="../slideLayouts/slideLayout87.xml"/><Relationship Id="rId37" Type="http://schemas.openxmlformats.org/officeDocument/2006/relationships/slideLayout" Target="../slideLayouts/slideLayout90.xml"/><Relationship Id="rId36" Type="http://schemas.openxmlformats.org/officeDocument/2006/relationships/slideLayout" Target="../slideLayouts/slideLayout89.xml"/><Relationship Id="rId39" Type="http://schemas.openxmlformats.org/officeDocument/2006/relationships/theme" Target="../theme/theme3.xml"/><Relationship Id="rId38" Type="http://schemas.openxmlformats.org/officeDocument/2006/relationships/slideLayout" Target="../slideLayouts/slideLayout91.xml"/><Relationship Id="rId20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75.xml"/><Relationship Id="rId21" Type="http://schemas.openxmlformats.org/officeDocument/2006/relationships/slideLayout" Target="../slideLayouts/slideLayout74.xml"/><Relationship Id="rId24" Type="http://schemas.openxmlformats.org/officeDocument/2006/relationships/slideLayout" Target="../slideLayouts/slideLayout77.xml"/><Relationship Id="rId23" Type="http://schemas.openxmlformats.org/officeDocument/2006/relationships/slideLayout" Target="../slideLayouts/slideLayout76.xml"/><Relationship Id="rId26" Type="http://schemas.openxmlformats.org/officeDocument/2006/relationships/slideLayout" Target="../slideLayouts/slideLayout79.xml"/><Relationship Id="rId25" Type="http://schemas.openxmlformats.org/officeDocument/2006/relationships/slideLayout" Target="../slideLayouts/slideLayout78.xml"/><Relationship Id="rId28" Type="http://schemas.openxmlformats.org/officeDocument/2006/relationships/slideLayout" Target="../slideLayouts/slideLayout81.xml"/><Relationship Id="rId27" Type="http://schemas.openxmlformats.org/officeDocument/2006/relationships/slideLayout" Target="../slideLayouts/slideLayout80.xml"/><Relationship Id="rId29" Type="http://schemas.openxmlformats.org/officeDocument/2006/relationships/slideLayout" Target="../slideLayouts/slideLayout82.xml"/><Relationship Id="rId11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68.xml"/><Relationship Id="rId14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70.xml"/><Relationship Id="rId16" Type="http://schemas.openxmlformats.org/officeDocument/2006/relationships/slideLayout" Target="../slideLayouts/slideLayout69.xml"/><Relationship Id="rId19" Type="http://schemas.openxmlformats.org/officeDocument/2006/relationships/slideLayout" Target="../slideLayouts/slideLayout72.xml"/><Relationship Id="rId18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359800" y="4851000"/>
            <a:ext cx="261300" cy="292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0" spcFirstLastPara="1" rIns="0" wrap="square" tIns="0">
            <a:noAutofit/>
          </a:bodyPr>
          <a:lstStyle>
            <a:lvl1pPr lvl="0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163200" y="76200"/>
            <a:ext cx="8457900" cy="9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exend Light"/>
              <a:buNone/>
              <a:defRPr sz="4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136825" y="2540475"/>
            <a:ext cx="4209300" cy="21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"/>
              <a:buChar char="●"/>
              <a:defRPr sz="17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exend"/>
              <a:buChar char="○"/>
              <a:defRPr sz="15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exend"/>
              <a:buChar char="●"/>
              <a:defRPr sz="13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Char char="○"/>
              <a:defRPr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exend"/>
              <a:buChar char="■"/>
              <a:defRPr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Char char="●"/>
              <a:defRPr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"/>
              <a:buChar char="○"/>
              <a:defRPr sz="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 sz="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</p:sldLayoutIdLst>
  <mc:AlternateContent>
    <mc:Choice Requires="p14">
      <p:transition spd="slow" p14:dur="2600">
        <p14:flip dir="l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29">
          <p15:clr>
            <a:srgbClr val="E46962"/>
          </p15:clr>
        </p15:guide>
        <p15:guide id="2" pos="494">
          <p15:clr>
            <a:srgbClr val="E46962"/>
          </p15:clr>
        </p15:guide>
        <p15:guide id="3" pos="823">
          <p15:clr>
            <a:srgbClr val="E46962"/>
          </p15:clr>
        </p15:guide>
        <p15:guide id="4" pos="988">
          <p15:clr>
            <a:srgbClr val="E46962"/>
          </p15:clr>
        </p15:guide>
        <p15:guide id="5" pos="1317">
          <p15:clr>
            <a:srgbClr val="E46962"/>
          </p15:clr>
        </p15:guide>
        <p15:guide id="6" pos="1482">
          <p15:clr>
            <a:srgbClr val="E46962"/>
          </p15:clr>
        </p15:guide>
        <p15:guide id="7" pos="1811">
          <p15:clr>
            <a:srgbClr val="E46962"/>
          </p15:clr>
        </p15:guide>
        <p15:guide id="8" pos="1976">
          <p15:clr>
            <a:srgbClr val="E46962"/>
          </p15:clr>
        </p15:guide>
        <p15:guide id="9" pos="2305">
          <p15:clr>
            <a:srgbClr val="E46962"/>
          </p15:clr>
        </p15:guide>
        <p15:guide id="10" pos="2470">
          <p15:clr>
            <a:srgbClr val="E46962"/>
          </p15:clr>
        </p15:guide>
        <p15:guide id="11" pos="2799">
          <p15:clr>
            <a:srgbClr val="E46962"/>
          </p15:clr>
        </p15:guide>
        <p15:guide id="12" pos="5431">
          <p15:clr>
            <a:srgbClr val="E46962"/>
          </p15:clr>
        </p15:guide>
        <p15:guide id="13" pos="5266">
          <p15:clr>
            <a:srgbClr val="E46962"/>
          </p15:clr>
        </p15:guide>
        <p15:guide id="14" pos="4937">
          <p15:clr>
            <a:srgbClr val="E46962"/>
          </p15:clr>
        </p15:guide>
        <p15:guide id="15" pos="4772">
          <p15:clr>
            <a:srgbClr val="E46962"/>
          </p15:clr>
        </p15:guide>
        <p15:guide id="16" pos="4443">
          <p15:clr>
            <a:srgbClr val="E46962"/>
          </p15:clr>
        </p15:guide>
        <p15:guide id="17" pos="4278">
          <p15:clr>
            <a:srgbClr val="E46962"/>
          </p15:clr>
        </p15:guide>
        <p15:guide id="18" pos="3949">
          <p15:clr>
            <a:srgbClr val="E46962"/>
          </p15:clr>
        </p15:guide>
        <p15:guide id="19" pos="3784">
          <p15:clr>
            <a:srgbClr val="E46962"/>
          </p15:clr>
        </p15:guide>
        <p15:guide id="20" pos="3455">
          <p15:clr>
            <a:srgbClr val="E46962"/>
          </p15:clr>
        </p15:guide>
        <p15:guide id="21" pos="3290">
          <p15:clr>
            <a:srgbClr val="E46962"/>
          </p15:clr>
        </p15:guide>
        <p15:guide id="22" pos="2961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5"/>
          <p:cNvSpPr txBox="1"/>
          <p:nvPr>
            <p:ph type="title"/>
          </p:nvPr>
        </p:nvSpPr>
        <p:spPr>
          <a:xfrm>
            <a:off x="311700" y="445025"/>
            <a:ext cx="847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52" name="Google Shape;352;p55"/>
          <p:cNvSpPr txBox="1"/>
          <p:nvPr>
            <p:ph idx="1" type="body"/>
          </p:nvPr>
        </p:nvSpPr>
        <p:spPr>
          <a:xfrm>
            <a:off x="311700" y="1152475"/>
            <a:ext cx="8475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●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○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■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●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○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■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●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○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■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53" name="Google Shape;353;p55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  <p:sldLayoutId id="2147483720" r:id="rId20"/>
    <p:sldLayoutId id="2147483721" r:id="rId21"/>
    <p:sldLayoutId id="2147483722" r:id="rId22"/>
    <p:sldLayoutId id="2147483723" r:id="rId23"/>
    <p:sldLayoutId id="2147483724" r:id="rId24"/>
    <p:sldLayoutId id="2147483725" r:id="rId25"/>
    <p:sldLayoutId id="2147483726" r:id="rId26"/>
    <p:sldLayoutId id="2147483727" r:id="rId27"/>
    <p:sldLayoutId id="2147483728" r:id="rId28"/>
    <p:sldLayoutId id="2147483729" r:id="rId29"/>
    <p:sldLayoutId id="2147483730" r:id="rId30"/>
    <p:sldLayoutId id="2147483731" r:id="rId31"/>
    <p:sldLayoutId id="2147483732" r:id="rId32"/>
    <p:sldLayoutId id="2147483733" r:id="rId33"/>
    <p:sldLayoutId id="2147483734" r:id="rId34"/>
    <p:sldLayoutId id="2147483735" r:id="rId35"/>
    <p:sldLayoutId id="2147483736" r:id="rId36"/>
    <p:sldLayoutId id="2147483737" r:id="rId37"/>
    <p:sldLayoutId id="2147483738" r:id="rId38"/>
  </p:sldLayoutIdLst>
  <mc:AlternateContent>
    <mc:Choice Requires="p14">
      <p:transition spd="slow" p14:dur="2600">
        <p14:flip dir="l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1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94"/>
          <p:cNvSpPr txBox="1"/>
          <p:nvPr>
            <p:ph type="ctrTitle"/>
          </p:nvPr>
        </p:nvSpPr>
        <p:spPr>
          <a:xfrm>
            <a:off x="911600" y="1872050"/>
            <a:ext cx="6597900" cy="10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 sz="6000">
                <a:solidFill>
                  <a:schemeClr val="accent1"/>
                </a:solidFill>
              </a:rPr>
              <a:t>GROUP CART</a:t>
            </a:r>
            <a:endParaRPr sz="6000">
              <a:solidFill>
                <a:schemeClr val="accent1"/>
              </a:solidFill>
            </a:endParaRPr>
          </a:p>
        </p:txBody>
      </p:sp>
      <p:sp>
        <p:nvSpPr>
          <p:cNvPr id="665" name="Google Shape;665;p94"/>
          <p:cNvSpPr txBox="1"/>
          <p:nvPr>
            <p:ph idx="1" type="subTitle"/>
          </p:nvPr>
        </p:nvSpPr>
        <p:spPr>
          <a:xfrm>
            <a:off x="1853500" y="2887850"/>
            <a:ext cx="48189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</a:rPr>
              <a:t>Guli, Aisha, Nick and Adam</a:t>
            </a:r>
            <a:endParaRPr sz="1900">
              <a:solidFill>
                <a:srgbClr val="000000"/>
              </a:solidFill>
            </a:endParaRPr>
          </a:p>
        </p:txBody>
      </p:sp>
      <p:pic>
        <p:nvPicPr>
          <p:cNvPr id="666" name="Google Shape;666;p94" title="logo-removebg-preview.png"/>
          <p:cNvPicPr preferRelativeResize="0"/>
          <p:nvPr/>
        </p:nvPicPr>
        <p:blipFill rotWithShape="1">
          <a:blip r:embed="rId3">
            <a:alphaModFix/>
          </a:blip>
          <a:srcRect b="37371" l="16604" r="14836" t="25115"/>
          <a:stretch/>
        </p:blipFill>
        <p:spPr>
          <a:xfrm>
            <a:off x="6142675" y="1872050"/>
            <a:ext cx="1856400" cy="101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100">
        <p14:flip dir="l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95"/>
          <p:cNvSpPr txBox="1"/>
          <p:nvPr>
            <p:ph type="title"/>
          </p:nvPr>
        </p:nvSpPr>
        <p:spPr>
          <a:xfrm>
            <a:off x="311700" y="445025"/>
            <a:ext cx="85206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lang="en" sz="3000" u="sng">
                <a:solidFill>
                  <a:srgbClr val="1C4587"/>
                </a:solidFill>
                <a:latin typeface="Inter Tight"/>
                <a:ea typeface="Inter Tight"/>
                <a:cs typeface="Inter Tight"/>
                <a:sym typeface="Inter Tight"/>
              </a:rPr>
              <a:t>Vision</a:t>
            </a:r>
            <a:endParaRPr/>
          </a:p>
        </p:txBody>
      </p:sp>
      <p:sp>
        <p:nvSpPr>
          <p:cNvPr id="672" name="Google Shape;672;p95"/>
          <p:cNvSpPr txBox="1"/>
          <p:nvPr/>
        </p:nvSpPr>
        <p:spPr>
          <a:xfrm>
            <a:off x="553750" y="1192700"/>
            <a:ext cx="8114700" cy="3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</a:pPr>
            <a:r>
              <a:rPr b="1" lang="en" sz="1500">
                <a:solidFill>
                  <a:schemeClr val="accent1"/>
                </a:solidFill>
              </a:rPr>
              <a:t>Goal:</a:t>
            </a:r>
            <a:r>
              <a:rPr lang="en" sz="1500">
                <a:solidFill>
                  <a:schemeClr val="accent1"/>
                </a:solidFill>
              </a:rPr>
              <a:t> A collaborative grocery checklist app for shared households.</a:t>
            </a:r>
            <a:br>
              <a:rPr lang="en" sz="1500">
                <a:solidFill>
                  <a:schemeClr val="accent1"/>
                </a:solidFill>
              </a:rPr>
            </a:br>
            <a:endParaRPr sz="1500">
              <a:solidFill>
                <a:schemeClr val="accen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</a:pPr>
            <a:r>
              <a:rPr b="1" lang="en" sz="1500">
                <a:solidFill>
                  <a:schemeClr val="accent1"/>
                </a:solidFill>
              </a:rPr>
              <a:t>Users:</a:t>
            </a:r>
            <a:r>
              <a:rPr lang="en" sz="1500">
                <a:solidFill>
                  <a:schemeClr val="accent1"/>
                </a:solidFill>
              </a:rPr>
              <a:t> Families, roommates and  students living together at Calvin.</a:t>
            </a:r>
            <a:br>
              <a:rPr lang="en" sz="1500">
                <a:solidFill>
                  <a:schemeClr val="accent1"/>
                </a:solidFill>
              </a:rPr>
            </a:br>
            <a:endParaRPr sz="1500">
              <a:solidFill>
                <a:schemeClr val="accen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</a:pPr>
            <a:r>
              <a:rPr b="1" lang="en" sz="1500">
                <a:solidFill>
                  <a:schemeClr val="accent1"/>
                </a:solidFill>
              </a:rPr>
              <a:t>Core Idea:</a:t>
            </a:r>
            <a:br>
              <a:rPr b="1" lang="en" sz="1500">
                <a:solidFill>
                  <a:schemeClr val="accent1"/>
                </a:solidFill>
              </a:rPr>
            </a:br>
            <a:endParaRPr b="1" sz="1500">
              <a:solidFill>
                <a:schemeClr val="accent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</a:pPr>
            <a:r>
              <a:rPr lang="en" sz="1500">
                <a:solidFill>
                  <a:schemeClr val="accent1"/>
                </a:solidFill>
              </a:rPr>
              <a:t>Real-time shared grocery list</a:t>
            </a:r>
            <a:br>
              <a:rPr lang="en" sz="1500">
                <a:solidFill>
                  <a:schemeClr val="accent1"/>
                </a:solidFill>
              </a:rPr>
            </a:br>
            <a:endParaRPr sz="1500">
              <a:solidFill>
                <a:schemeClr val="accent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</a:pPr>
            <a:r>
              <a:rPr lang="en" sz="1500">
                <a:solidFill>
                  <a:schemeClr val="accent1"/>
                </a:solidFill>
              </a:rPr>
              <a:t>Price tracking for budgeting transparency</a:t>
            </a:r>
            <a:br>
              <a:rPr lang="en" sz="1500">
                <a:solidFill>
                  <a:schemeClr val="accent1"/>
                </a:solidFill>
              </a:rPr>
            </a:br>
            <a:endParaRPr sz="1500">
              <a:solidFill>
                <a:schemeClr val="accent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</a:pPr>
            <a:r>
              <a:rPr lang="en" sz="1500">
                <a:solidFill>
                  <a:schemeClr val="accent1"/>
                </a:solidFill>
              </a:rPr>
              <a:t>Reduces duplicate purchases and food waste</a:t>
            </a:r>
            <a:br>
              <a:rPr lang="en" sz="1500">
                <a:solidFill>
                  <a:schemeClr val="accent1"/>
                </a:solidFill>
              </a:rPr>
            </a:br>
            <a:endParaRPr sz="1500">
              <a:solidFill>
                <a:schemeClr val="accen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</a:pPr>
            <a:r>
              <a:rPr b="1" lang="en" sz="1500">
                <a:solidFill>
                  <a:schemeClr val="accent1"/>
                </a:solidFill>
              </a:rPr>
              <a:t>Difference</a:t>
            </a:r>
            <a:r>
              <a:rPr b="1" lang="en" sz="1500">
                <a:solidFill>
                  <a:schemeClr val="accent1"/>
                </a:solidFill>
              </a:rPr>
              <a:t> of our App- </a:t>
            </a:r>
            <a:r>
              <a:rPr lang="en" sz="1500">
                <a:solidFill>
                  <a:schemeClr val="accent1"/>
                </a:solidFill>
              </a:rPr>
              <a:t> Combines </a:t>
            </a:r>
            <a:r>
              <a:rPr b="1" lang="en" sz="1500">
                <a:solidFill>
                  <a:schemeClr val="accent1"/>
                </a:solidFill>
              </a:rPr>
              <a:t>collaboration and budgeting accountability</a:t>
            </a:r>
            <a:endParaRPr b="1" sz="21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96"/>
          <p:cNvSpPr txBox="1"/>
          <p:nvPr>
            <p:ph type="title"/>
          </p:nvPr>
        </p:nvSpPr>
        <p:spPr>
          <a:xfrm>
            <a:off x="132438" y="317250"/>
            <a:ext cx="85206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lang="en" sz="3000" u="sng">
                <a:solidFill>
                  <a:srgbClr val="1C4587"/>
                </a:solidFill>
                <a:latin typeface="Inter Tight"/>
                <a:ea typeface="Inter Tight"/>
                <a:cs typeface="Inter Tight"/>
                <a:sym typeface="Inter Tight"/>
              </a:rPr>
              <a:t>I.S Design</a:t>
            </a:r>
            <a:endParaRPr/>
          </a:p>
        </p:txBody>
      </p:sp>
      <p:pic>
        <p:nvPicPr>
          <p:cNvPr id="678" name="Google Shape;678;p96" title="domain-mode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950" y="1014900"/>
            <a:ext cx="7763174" cy="399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97"/>
          <p:cNvSpPr txBox="1"/>
          <p:nvPr>
            <p:ph type="ctrTitle"/>
          </p:nvPr>
        </p:nvSpPr>
        <p:spPr>
          <a:xfrm>
            <a:off x="1325825" y="2017475"/>
            <a:ext cx="6682200" cy="8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D1C1D"/>
                </a:solidFill>
              </a:rPr>
              <a:t>Demonstration of App</a:t>
            </a:r>
            <a:r>
              <a:rPr lang="en">
                <a:solidFill>
                  <a:srgbClr val="1D1C1D"/>
                </a:solidFill>
              </a:rPr>
              <a:t> </a:t>
            </a:r>
            <a:endParaRPr>
              <a:solidFill>
                <a:srgbClr val="1D1C1D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98"/>
          <p:cNvSpPr txBox="1"/>
          <p:nvPr>
            <p:ph type="title"/>
          </p:nvPr>
        </p:nvSpPr>
        <p:spPr>
          <a:xfrm>
            <a:off x="311700" y="445025"/>
            <a:ext cx="85206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lang="en" sz="3000" u="sng">
                <a:solidFill>
                  <a:srgbClr val="1C4587"/>
                </a:solidFill>
                <a:latin typeface="Inter Tight"/>
                <a:ea typeface="Inter Tight"/>
                <a:cs typeface="Inter Tight"/>
                <a:sym typeface="Inter Tight"/>
              </a:rPr>
              <a:t>A</a:t>
            </a:r>
            <a:r>
              <a:rPr b="1" lang="en" sz="3000" u="sng">
                <a:solidFill>
                  <a:srgbClr val="1C4587"/>
                </a:solidFill>
                <a:latin typeface="Inter Tight"/>
                <a:ea typeface="Inter Tight"/>
                <a:cs typeface="Inter Tight"/>
                <a:sym typeface="Inter Tight"/>
              </a:rPr>
              <a:t>nalysis and Design</a:t>
            </a:r>
            <a:endParaRPr/>
          </a:p>
        </p:txBody>
      </p:sp>
      <p:sp>
        <p:nvSpPr>
          <p:cNvPr id="689" name="Google Shape;689;p98"/>
          <p:cNvSpPr txBox="1"/>
          <p:nvPr/>
        </p:nvSpPr>
        <p:spPr>
          <a:xfrm>
            <a:off x="482700" y="1432300"/>
            <a:ext cx="8263800" cy="30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chemeClr val="accent1"/>
                </a:solidFill>
              </a:rPr>
              <a:t>Application Domain</a:t>
            </a:r>
            <a:endParaRPr b="1" sz="1600" u="sng">
              <a:solidFill>
                <a:schemeClr val="accen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</a:pPr>
            <a:r>
              <a:rPr b="1" lang="en" sz="1600">
                <a:solidFill>
                  <a:schemeClr val="accent1"/>
                </a:solidFill>
              </a:rPr>
              <a:t>Problem space</a:t>
            </a:r>
            <a:r>
              <a:rPr lang="en" sz="1600">
                <a:solidFill>
                  <a:schemeClr val="accent1"/>
                </a:solidFill>
              </a:rPr>
              <a:t>: Shared shopping organization and budget transparency.</a:t>
            </a:r>
            <a:endParaRPr sz="16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</a:pPr>
            <a:r>
              <a:rPr b="1" lang="en" sz="1600">
                <a:solidFill>
                  <a:schemeClr val="accent1"/>
                </a:solidFill>
              </a:rPr>
              <a:t>Environment:</a:t>
            </a:r>
            <a:r>
              <a:rPr lang="en" sz="1600">
                <a:solidFill>
                  <a:schemeClr val="accent1"/>
                </a:solidFill>
              </a:rPr>
              <a:t> Multi-user mobile app.</a:t>
            </a:r>
            <a:endParaRPr sz="16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</a:pPr>
            <a:r>
              <a:rPr b="1" lang="en" sz="1600">
                <a:solidFill>
                  <a:schemeClr val="accent1"/>
                </a:solidFill>
              </a:rPr>
              <a:t>Stakeholders</a:t>
            </a:r>
            <a:r>
              <a:rPr lang="en" sz="1600">
                <a:solidFill>
                  <a:schemeClr val="accent1"/>
                </a:solidFill>
              </a:rPr>
              <a:t>: Household members, students (Calvin housing on campus and off).</a:t>
            </a:r>
            <a:endParaRPr sz="1600">
              <a:solidFill>
                <a:schemeClr val="accen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99"/>
          <p:cNvSpPr txBox="1"/>
          <p:nvPr/>
        </p:nvSpPr>
        <p:spPr>
          <a:xfrm>
            <a:off x="383375" y="941700"/>
            <a:ext cx="8157300" cy="3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700" u="sng">
                <a:solidFill>
                  <a:schemeClr val="accent1"/>
                </a:solidFill>
              </a:rPr>
              <a:t>Key User Stories</a:t>
            </a:r>
            <a:endParaRPr sz="1500" u="sng">
              <a:solidFill>
                <a:schemeClr val="accen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700"/>
              <a:buChar char="●"/>
            </a:pPr>
            <a:r>
              <a:rPr lang="en" sz="1700">
                <a:solidFill>
                  <a:schemeClr val="accent1"/>
                </a:solidFill>
              </a:rPr>
              <a:t>Add and remove items from “My List.”</a:t>
            </a:r>
            <a:br>
              <a:rPr lang="en" sz="1700">
                <a:solidFill>
                  <a:schemeClr val="accent1"/>
                </a:solidFill>
              </a:rPr>
            </a:br>
            <a:endParaRPr sz="1700">
              <a:solidFill>
                <a:schemeClr val="accen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Char char="●"/>
            </a:pPr>
            <a:r>
              <a:rPr lang="en" sz="1700">
                <a:solidFill>
                  <a:schemeClr val="accent1"/>
                </a:solidFill>
              </a:rPr>
              <a:t>Navigate between tabs (My List, Group Cart, Profile, Favors).</a:t>
            </a:r>
            <a:br>
              <a:rPr lang="en" sz="1700">
                <a:solidFill>
                  <a:schemeClr val="accent1"/>
                </a:solidFill>
              </a:rPr>
            </a:br>
            <a:endParaRPr sz="1700">
              <a:solidFill>
                <a:schemeClr val="accen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Char char="●"/>
            </a:pPr>
            <a:r>
              <a:rPr lang="en" sz="1700">
                <a:solidFill>
                  <a:schemeClr val="accent1"/>
                </a:solidFill>
              </a:rPr>
              <a:t>View shared list (“Group Cart”) updated in real-time.</a:t>
            </a:r>
            <a:br>
              <a:rPr lang="en" sz="1700">
                <a:solidFill>
                  <a:schemeClr val="accent1"/>
                </a:solidFill>
              </a:rPr>
            </a:br>
            <a:endParaRPr sz="1700">
              <a:solidFill>
                <a:schemeClr val="accen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Char char="●"/>
            </a:pPr>
            <a:r>
              <a:rPr lang="en" sz="1700">
                <a:solidFill>
                  <a:schemeClr val="accent1"/>
                </a:solidFill>
              </a:rPr>
              <a:t>Record item prices for shared budgeting.</a:t>
            </a:r>
            <a:br>
              <a:rPr lang="en" sz="1700">
                <a:solidFill>
                  <a:schemeClr val="accent1"/>
                </a:solidFill>
              </a:rPr>
            </a:br>
            <a:endParaRPr sz="1700">
              <a:solidFill>
                <a:schemeClr val="accen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Char char="●"/>
            </a:pPr>
            <a:r>
              <a:rPr b="1" lang="en" sz="1700">
                <a:solidFill>
                  <a:schemeClr val="accent1"/>
                </a:solidFill>
              </a:rPr>
              <a:t>Future plan -</a:t>
            </a:r>
            <a:r>
              <a:rPr lang="en" sz="1700">
                <a:solidFill>
                  <a:schemeClr val="accent1"/>
                </a:solidFill>
              </a:rPr>
              <a:t> Invite or join groups and manage user profiles.</a:t>
            </a:r>
            <a:br>
              <a:rPr lang="en" sz="1700">
                <a:solidFill>
                  <a:schemeClr val="accent1"/>
                </a:solidFill>
              </a:rPr>
            </a:br>
            <a:endParaRPr sz="17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100"/>
          <p:cNvSpPr txBox="1"/>
          <p:nvPr/>
        </p:nvSpPr>
        <p:spPr>
          <a:xfrm>
            <a:off x="404675" y="1980725"/>
            <a:ext cx="9403200" cy="8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>
                <a:solidFill>
                  <a:srgbClr val="1D1C1D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Demonstration of User Stories</a:t>
            </a:r>
            <a:endParaRPr sz="4600">
              <a:solidFill>
                <a:srgbClr val="1D1C1D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101"/>
          <p:cNvSpPr txBox="1"/>
          <p:nvPr/>
        </p:nvSpPr>
        <p:spPr>
          <a:xfrm>
            <a:off x="330150" y="373350"/>
            <a:ext cx="8529900" cy="46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700" u="sng">
                <a:solidFill>
                  <a:schemeClr val="accent1"/>
                </a:solidFill>
              </a:rPr>
              <a:t> User Interface Design</a:t>
            </a:r>
            <a:endParaRPr b="1" sz="1700" u="sng">
              <a:solidFill>
                <a:schemeClr val="accen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700"/>
              <a:buChar char="●"/>
            </a:pPr>
            <a:r>
              <a:rPr lang="en" sz="1700">
                <a:solidFill>
                  <a:schemeClr val="accent1"/>
                </a:solidFill>
              </a:rPr>
              <a:t>Designed mockups for:</a:t>
            </a:r>
            <a:br>
              <a:rPr lang="en" sz="1700">
                <a:solidFill>
                  <a:schemeClr val="accent1"/>
                </a:solidFill>
              </a:rPr>
            </a:br>
            <a:endParaRPr sz="1700">
              <a:solidFill>
                <a:schemeClr val="accent1"/>
              </a:solidFill>
            </a:endParaRPr>
          </a:p>
          <a:p>
            <a:pPr indent="-3365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Char char="○"/>
            </a:pPr>
            <a:r>
              <a:rPr lang="en" sz="1700">
                <a:solidFill>
                  <a:schemeClr val="accent1"/>
                </a:solidFill>
              </a:rPr>
              <a:t>Login / Create Account</a:t>
            </a:r>
            <a:endParaRPr sz="1700">
              <a:solidFill>
                <a:schemeClr val="accent1"/>
              </a:solidFill>
            </a:endParaRPr>
          </a:p>
          <a:p>
            <a:pPr indent="-3365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Char char="○"/>
            </a:pPr>
            <a:r>
              <a:rPr lang="en" sz="1700">
                <a:solidFill>
                  <a:schemeClr val="accent1"/>
                </a:solidFill>
              </a:rPr>
              <a:t>My List (add/remove/prioritize items)</a:t>
            </a:r>
            <a:endParaRPr sz="1700">
              <a:solidFill>
                <a:schemeClr val="accent1"/>
              </a:solidFill>
            </a:endParaRPr>
          </a:p>
          <a:p>
            <a:pPr indent="-3365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Char char="○"/>
            </a:pPr>
            <a:r>
              <a:rPr lang="en" sz="1700">
                <a:solidFill>
                  <a:schemeClr val="accent1"/>
                </a:solidFill>
              </a:rPr>
              <a:t>Group Cart view</a:t>
            </a:r>
            <a:endParaRPr sz="1700">
              <a:solidFill>
                <a:schemeClr val="accent1"/>
              </a:solidFill>
            </a:endParaRPr>
          </a:p>
          <a:p>
            <a:pPr indent="-3365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Char char="○"/>
            </a:pPr>
            <a:r>
              <a:rPr lang="en" sz="1700">
                <a:solidFill>
                  <a:schemeClr val="accent1"/>
                </a:solidFill>
              </a:rPr>
              <a:t>Profile (editable, personalized color &amp; letter avatars)</a:t>
            </a:r>
            <a:endParaRPr sz="1200">
              <a:solidFill>
                <a:schemeClr val="accent1"/>
              </a:solidFill>
            </a:endParaRPr>
          </a:p>
          <a:p>
            <a:pPr indent="-3365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Char char="○"/>
            </a:pPr>
            <a:r>
              <a:rPr lang="en" sz="1700">
                <a:solidFill>
                  <a:schemeClr val="accent1"/>
                </a:solidFill>
              </a:rPr>
              <a:t>Favors/Transaction (owed/owing)</a:t>
            </a:r>
            <a:endParaRPr sz="1700">
              <a:solidFill>
                <a:schemeClr val="accen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</a:pPr>
            <a:r>
              <a:rPr lang="en" sz="1700">
                <a:solidFill>
                  <a:schemeClr val="accent1"/>
                </a:solidFill>
              </a:rPr>
              <a:t>Accessible color choices (exclamation marks for priority).</a:t>
            </a:r>
            <a:br>
              <a:rPr lang="en" sz="1500">
                <a:solidFill>
                  <a:schemeClr val="accent1"/>
                </a:solidFill>
              </a:rPr>
            </a:br>
            <a:br>
              <a:rPr lang="en" sz="1500">
                <a:solidFill>
                  <a:schemeClr val="accent1"/>
                </a:solidFill>
              </a:rPr>
            </a:br>
            <a:endParaRPr sz="15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102"/>
          <p:cNvSpPr txBox="1"/>
          <p:nvPr/>
        </p:nvSpPr>
        <p:spPr>
          <a:xfrm>
            <a:off x="2151125" y="340800"/>
            <a:ext cx="496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 u="sng">
                <a:solidFill>
                  <a:srgbClr val="1C4587"/>
                </a:solidFill>
                <a:latin typeface="Inter Tight"/>
                <a:ea typeface="Inter Tight"/>
                <a:cs typeface="Inter Tight"/>
                <a:sym typeface="Inter Tight"/>
              </a:rPr>
              <a:t>User Interface Design </a:t>
            </a:r>
            <a:endParaRPr sz="2800">
              <a:solidFill>
                <a:schemeClr val="dk2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710" name="Google Shape;710;p102"/>
          <p:cNvSpPr txBox="1"/>
          <p:nvPr/>
        </p:nvSpPr>
        <p:spPr>
          <a:xfrm>
            <a:off x="961725" y="236742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pic>
        <p:nvPicPr>
          <p:cNvPr id="711" name="Google Shape;711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025" y="1171400"/>
            <a:ext cx="2119201" cy="3556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2" name="Google Shape;712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74750" y="1171400"/>
            <a:ext cx="1965225" cy="355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3" name="Google Shape;713;p10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4500" y="1150100"/>
            <a:ext cx="2280974" cy="359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4" name="Google Shape;714;p10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11225" y="1171400"/>
            <a:ext cx="2119200" cy="359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103"/>
          <p:cNvSpPr txBox="1"/>
          <p:nvPr/>
        </p:nvSpPr>
        <p:spPr>
          <a:xfrm>
            <a:off x="511150" y="340775"/>
            <a:ext cx="8061300" cy="45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700" u="sng">
                <a:solidFill>
                  <a:schemeClr val="accent1"/>
                </a:solidFill>
              </a:rPr>
              <a:t>I</a:t>
            </a:r>
            <a:r>
              <a:rPr b="1" lang="en" sz="1700" u="sng">
                <a:solidFill>
                  <a:schemeClr val="accent1"/>
                </a:solidFill>
              </a:rPr>
              <a:t>nformation</a:t>
            </a:r>
            <a:r>
              <a:rPr b="1" lang="en" sz="1700" u="sng">
                <a:solidFill>
                  <a:schemeClr val="accent1"/>
                </a:solidFill>
              </a:rPr>
              <a:t> Systems Design</a:t>
            </a:r>
            <a:endParaRPr b="1" sz="1700" u="sng">
              <a:solidFill>
                <a:schemeClr val="accen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</a:pPr>
            <a:r>
              <a:rPr b="1" lang="en" sz="1500">
                <a:solidFill>
                  <a:schemeClr val="accent1"/>
                </a:solidFill>
              </a:rPr>
              <a:t>Backend:</a:t>
            </a:r>
            <a:r>
              <a:rPr lang="en" sz="1500">
                <a:solidFill>
                  <a:schemeClr val="accent1"/>
                </a:solidFill>
              </a:rPr>
              <a:t> Azure-hosted REST API service with dummy endpoints.</a:t>
            </a:r>
            <a:br>
              <a:rPr lang="en" sz="1500">
                <a:solidFill>
                  <a:schemeClr val="accent1"/>
                </a:solidFill>
              </a:rPr>
            </a:br>
            <a:endParaRPr sz="1500">
              <a:solidFill>
                <a:schemeClr val="accen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</a:pPr>
            <a:r>
              <a:rPr b="1" lang="en" sz="1500">
                <a:solidFill>
                  <a:schemeClr val="accent1"/>
                </a:solidFill>
              </a:rPr>
              <a:t>Database:</a:t>
            </a:r>
            <a:r>
              <a:rPr lang="en" sz="1500">
                <a:solidFill>
                  <a:schemeClr val="accent1"/>
                </a:solidFill>
              </a:rPr>
              <a:t> SQL schema in progress (foundation complete).</a:t>
            </a:r>
            <a:br>
              <a:rPr lang="en" sz="1500">
                <a:solidFill>
                  <a:schemeClr val="accent1"/>
                </a:solidFill>
              </a:rPr>
            </a:br>
            <a:endParaRPr sz="1500">
              <a:solidFill>
                <a:schemeClr val="accen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</a:pPr>
            <a:r>
              <a:rPr b="1" lang="en" sz="1500">
                <a:solidFill>
                  <a:schemeClr val="accent1"/>
                </a:solidFill>
              </a:rPr>
              <a:t>Auto deployments</a:t>
            </a:r>
            <a:r>
              <a:rPr lang="en" sz="1500">
                <a:solidFill>
                  <a:schemeClr val="accent1"/>
                </a:solidFill>
              </a:rPr>
              <a:t> configured on main branch.</a:t>
            </a:r>
            <a:br>
              <a:rPr lang="en" sz="1500">
                <a:solidFill>
                  <a:schemeClr val="accent1"/>
                </a:solidFill>
              </a:rPr>
            </a:br>
            <a:endParaRPr sz="1500">
              <a:solidFill>
                <a:schemeClr val="accen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</a:pPr>
            <a:r>
              <a:rPr b="1" lang="en" sz="1500">
                <a:solidFill>
                  <a:schemeClr val="accent1"/>
                </a:solidFill>
              </a:rPr>
              <a:t>Technology stack:</a:t>
            </a:r>
            <a:br>
              <a:rPr b="1" lang="en" sz="1500">
                <a:solidFill>
                  <a:schemeClr val="accent1"/>
                </a:solidFill>
              </a:rPr>
            </a:br>
            <a:endParaRPr b="1" sz="1500">
              <a:solidFill>
                <a:schemeClr val="accent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</a:pPr>
            <a:r>
              <a:rPr lang="en" sz="1500">
                <a:solidFill>
                  <a:schemeClr val="accent1"/>
                </a:solidFill>
              </a:rPr>
              <a:t>Frontend: React Native and Expo</a:t>
            </a:r>
            <a:br>
              <a:rPr lang="en" sz="1500">
                <a:solidFill>
                  <a:schemeClr val="accent1"/>
                </a:solidFill>
              </a:rPr>
            </a:br>
            <a:endParaRPr sz="1500">
              <a:solidFill>
                <a:schemeClr val="accent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</a:pPr>
            <a:r>
              <a:rPr lang="en" sz="1500">
                <a:solidFill>
                  <a:schemeClr val="accent1"/>
                </a:solidFill>
              </a:rPr>
              <a:t>Backend: TypeScript / Express</a:t>
            </a:r>
            <a:br>
              <a:rPr lang="en" sz="1500">
                <a:solidFill>
                  <a:schemeClr val="accent1"/>
                </a:solidFill>
              </a:rPr>
            </a:br>
            <a:endParaRPr sz="1500">
              <a:solidFill>
                <a:schemeClr val="accent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</a:pPr>
            <a:r>
              <a:rPr lang="en" sz="1500">
                <a:solidFill>
                  <a:schemeClr val="accent1"/>
                </a:solidFill>
              </a:rPr>
              <a:t>Hosting: Azure</a:t>
            </a:r>
            <a:br>
              <a:rPr lang="en" sz="1500">
                <a:solidFill>
                  <a:schemeClr val="accent1"/>
                </a:solidFill>
              </a:rPr>
            </a:br>
            <a:endParaRPr sz="1500">
              <a:solidFill>
                <a:schemeClr val="accent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</a:pPr>
            <a:r>
              <a:rPr lang="en" sz="1500">
                <a:solidFill>
                  <a:schemeClr val="accent1"/>
                </a:solidFill>
              </a:rPr>
              <a:t>Tools: GitHub, Trello, Clockify, Figma, Slack</a:t>
            </a:r>
            <a:endParaRPr sz="15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104"/>
          <p:cNvSpPr txBox="1"/>
          <p:nvPr>
            <p:ph type="title"/>
          </p:nvPr>
        </p:nvSpPr>
        <p:spPr>
          <a:xfrm>
            <a:off x="380100" y="364350"/>
            <a:ext cx="85206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 u="sng">
                <a:solidFill>
                  <a:srgbClr val="1C4587"/>
                </a:solidFill>
                <a:latin typeface="Inter Tight"/>
                <a:ea typeface="Inter Tight"/>
                <a:cs typeface="Inter Tight"/>
                <a:sym typeface="Inter Tight"/>
              </a:rPr>
              <a:t>Status Report</a:t>
            </a:r>
            <a:endParaRPr/>
          </a:p>
        </p:txBody>
      </p:sp>
      <p:sp>
        <p:nvSpPr>
          <p:cNvPr id="725" name="Google Shape;725;p104"/>
          <p:cNvSpPr txBox="1"/>
          <p:nvPr/>
        </p:nvSpPr>
        <p:spPr>
          <a:xfrm>
            <a:off x="664750" y="946950"/>
            <a:ext cx="7528800" cy="3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1"/>
                </a:solidFill>
              </a:rPr>
              <a:t>Completed:</a:t>
            </a:r>
            <a:endParaRPr b="1" sz="1300">
              <a:solidFill>
                <a:schemeClr val="accen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●"/>
            </a:pPr>
            <a:r>
              <a:rPr lang="en" sz="1300">
                <a:solidFill>
                  <a:schemeClr val="accent1"/>
                </a:solidFill>
              </a:rPr>
              <a:t>Functional React Native app with 4 tabs and navigation</a:t>
            </a:r>
            <a:br>
              <a:rPr lang="en" sz="1300">
                <a:solidFill>
                  <a:schemeClr val="accent1"/>
                </a:solidFill>
              </a:rPr>
            </a:br>
            <a:endParaRPr sz="1300">
              <a:solidFill>
                <a:schemeClr val="accen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●"/>
            </a:pPr>
            <a:r>
              <a:rPr lang="en" sz="1300">
                <a:solidFill>
                  <a:schemeClr val="accent1"/>
                </a:solidFill>
              </a:rPr>
              <a:t>UI mockups for all major pages</a:t>
            </a:r>
            <a:br>
              <a:rPr lang="en" sz="1300">
                <a:solidFill>
                  <a:schemeClr val="accent1"/>
                </a:solidFill>
              </a:rPr>
            </a:br>
            <a:endParaRPr sz="1300">
              <a:solidFill>
                <a:schemeClr val="accen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●"/>
            </a:pPr>
            <a:r>
              <a:rPr lang="en" sz="1300">
                <a:solidFill>
                  <a:schemeClr val="accent1"/>
                </a:solidFill>
              </a:rPr>
              <a:t>Backend service deployed on Azure</a:t>
            </a:r>
            <a:br>
              <a:rPr lang="en" sz="1300">
                <a:solidFill>
                  <a:schemeClr val="accent1"/>
                </a:solidFill>
              </a:rPr>
            </a:br>
            <a:endParaRPr sz="13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1"/>
                </a:solidFill>
              </a:rPr>
              <a:t>In Progress and Next Steps:</a:t>
            </a:r>
            <a:endParaRPr b="1" sz="1300">
              <a:solidFill>
                <a:schemeClr val="accen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●"/>
            </a:pPr>
            <a:r>
              <a:rPr lang="en" sz="1300">
                <a:solidFill>
                  <a:schemeClr val="accent1"/>
                </a:solidFill>
              </a:rPr>
              <a:t>Database integration (SQL schema → API)</a:t>
            </a:r>
            <a:br>
              <a:rPr lang="en" sz="1300">
                <a:solidFill>
                  <a:schemeClr val="accent1"/>
                </a:solidFill>
              </a:rPr>
            </a:br>
            <a:endParaRPr sz="1300">
              <a:solidFill>
                <a:schemeClr val="accen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●"/>
            </a:pPr>
            <a:r>
              <a:rPr lang="en" sz="1300">
                <a:solidFill>
                  <a:schemeClr val="accent1"/>
                </a:solidFill>
              </a:rPr>
              <a:t>Deciding how users will be added to groups</a:t>
            </a:r>
            <a:br>
              <a:rPr lang="en" sz="1300">
                <a:solidFill>
                  <a:schemeClr val="accent1"/>
                </a:solidFill>
              </a:rPr>
            </a:br>
            <a:endParaRPr sz="1300">
              <a:solidFill>
                <a:schemeClr val="accen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●"/>
            </a:pPr>
            <a:r>
              <a:rPr lang="en" sz="1300">
                <a:solidFill>
                  <a:schemeClr val="accent1"/>
                </a:solidFill>
              </a:rPr>
              <a:t>Enhanced styling and user testing</a:t>
            </a:r>
            <a:endParaRPr sz="13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105"/>
          <p:cNvSpPr txBox="1"/>
          <p:nvPr/>
        </p:nvSpPr>
        <p:spPr>
          <a:xfrm>
            <a:off x="2278925" y="2037300"/>
            <a:ext cx="56757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1D1C1D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	Q</a:t>
            </a:r>
            <a:r>
              <a:rPr lang="en" sz="5000">
                <a:solidFill>
                  <a:srgbClr val="1D1C1D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uestions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duct Roadmap">
  <a:themeElements>
    <a:clrScheme name="Simple Light">
      <a:dk1>
        <a:srgbClr val="D32600"/>
      </a:dk1>
      <a:lt1>
        <a:srgbClr val="000000"/>
      </a:lt1>
      <a:dk2>
        <a:srgbClr val="FFFFFF"/>
      </a:dk2>
      <a:lt2>
        <a:srgbClr val="E57360"/>
      </a:lt2>
      <a:accent1>
        <a:srgbClr val="666666"/>
      </a:accent1>
      <a:accent2>
        <a:srgbClr val="B7B7B7"/>
      </a:accent2>
      <a:accent3>
        <a:srgbClr val="EFEFEF"/>
      </a:accent3>
      <a:accent4>
        <a:srgbClr val="F9EDE5"/>
      </a:accent4>
      <a:accent5>
        <a:srgbClr val="F3F3F3"/>
      </a:accent5>
      <a:accent6>
        <a:srgbClr val="F7F7F7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Lesson 1">
  <a:themeElements>
    <a:clrScheme name="Simple Light">
      <a:dk1>
        <a:srgbClr val="137C3F"/>
      </a:dk1>
      <a:lt1>
        <a:srgbClr val="FFFCF5"/>
      </a:lt1>
      <a:dk2>
        <a:srgbClr val="146AEB"/>
      </a:dk2>
      <a:lt2>
        <a:srgbClr val="FBA084"/>
      </a:lt2>
      <a:accent1>
        <a:srgbClr val="000000"/>
      </a:accent1>
      <a:accent2>
        <a:srgbClr val="FFFFB3"/>
      </a:accent2>
      <a:accent3>
        <a:srgbClr val="B6D7A8"/>
      </a:accent3>
      <a:accent4>
        <a:srgbClr val="A4C2F4"/>
      </a:accent4>
      <a:accent5>
        <a:srgbClr val="B6D7A8"/>
      </a:accent5>
      <a:accent6>
        <a:srgbClr val="B4A7D6"/>
      </a:accent6>
      <a:hlink>
        <a:srgbClr val="146AE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